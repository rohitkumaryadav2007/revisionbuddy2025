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6" r:id="rId2"/>
    <p:sldMasterId id="2147483680" r:id="rId3"/>
  </p:sldMasterIdLst>
  <p:sldIdLst>
    <p:sldId id="257" r:id="rId4"/>
    <p:sldId id="258" r:id="rId5"/>
    <p:sldId id="263" r:id="rId6"/>
    <p:sldId id="259" r:id="rId7"/>
    <p:sldId id="261" r:id="rId8"/>
    <p:sldId id="262" r:id="rId9"/>
    <p:sldId id="264" r:id="rId10"/>
    <p:sldId id="265" r:id="rId1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139"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dk2"/>
        </a:solidFill>
        <a:effectLst/>
      </p:bgPr>
    </p:bg>
    <p:spTree>
      <p:nvGrpSpPr>
        <p:cNvPr id="1" name=""/>
        <p:cNvGrpSpPr/>
        <p:nvPr/>
      </p:nvGrpSpPr>
      <p:grpSpPr>
        <a:xfrm>
          <a:off x="0" y="0"/>
          <a:ext cx="0" cy="0"/>
          <a:chOff x="0" y="0"/>
          <a:chExt cx="0" cy="0"/>
        </a:xfrm>
      </p:grpSpPr>
      <p:grpSp>
        <p:nvGrpSpPr>
          <p:cNvPr id="73" name="Google Shape;9;p2"/>
          <p:cNvGrpSpPr/>
          <p:nvPr/>
        </p:nvGrpSpPr>
        <p:grpSpPr>
          <a:xfrm>
            <a:off x="0" y="0"/>
            <a:ext cx="9143640" cy="5143320"/>
            <a:chOff x="0" y="0"/>
            <a:chExt cx="9143640" cy="5143320"/>
          </a:xfrm>
        </p:grpSpPr>
        <p:sp>
          <p:nvSpPr>
            <p:cNvPr id="74" name="Google Shape;10;p2"/>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 name="Google Shape;11;p2"/>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 name="Google Shape;12;p2"/>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 name="Google Shape;13;p2"/>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 name="Google Shape;14;p2"/>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5;p2"/>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6;p2"/>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 name="Google Shape;17;p2"/>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8;p2"/>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 name="Google Shape;19;p2"/>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 name="Google Shape;20;p2"/>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 name="Google Shape;21;p2"/>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 name="Google Shape;22;p2"/>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3;p2"/>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 name="Google Shape;24;p2"/>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 name="Google Shape;25;p2"/>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 name="Google Shape;26;p2"/>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7;p2"/>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 name="Google Shape;28;p2"/>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9;p2"/>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 name="Google Shape;30;p2"/>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 name="Google Shape;31;p2"/>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 name="Google Shape;32;p2"/>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3;p2"/>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4;p2"/>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 name="Google Shape;35;p2"/>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 name="Google Shape;36;p2"/>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37;p2"/>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8;p2"/>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 name="Google Shape;39;p2"/>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 name="Google Shape;40;p2"/>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41;p2"/>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42;p2"/>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 name="Google Shape;43;p2"/>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 name="Google Shape;44;p2"/>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 name="Google Shape;45;p2"/>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 name="Google Shape;46;p2"/>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 name="Google Shape;47;p2"/>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 name="Google Shape;48;p2"/>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 name="Google Shape;49;p2"/>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 name="Google Shape;50;p2"/>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 name="Google Shape;51;p2"/>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 name="Google Shape;52;p2"/>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 name="Google Shape;53;p2"/>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 name="Google Shape;54;p2"/>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55;p2"/>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 name="Google Shape;56;p2"/>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7;p2"/>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 name="Google Shape;58;p2"/>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 name="Google Shape;59;p2"/>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 name="Google Shape;60;p2"/>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 name="Google Shape;61;p2"/>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62;p2"/>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 name="Google Shape;63;p2"/>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 name="Google Shape;64;p2"/>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 name="Google Shape;65;p2"/>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 name="Google Shape;66;p2"/>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67;p2"/>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 name="Google Shape;68;p2"/>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 name="Google Shape;69;p2"/>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70;p2"/>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71;p2"/>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 name="Google Shape;72;p2"/>
          <p:cNvGrpSpPr/>
          <p:nvPr/>
        </p:nvGrpSpPr>
        <p:grpSpPr>
          <a:xfrm>
            <a:off x="502560" y="399960"/>
            <a:ext cx="8138880" cy="4343040"/>
            <a:chOff x="502560" y="399960"/>
            <a:chExt cx="8138880" cy="4343040"/>
          </a:xfrm>
        </p:grpSpPr>
        <p:sp>
          <p:nvSpPr>
            <p:cNvPr id="64" name="Google Shape;73;p2"/>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 name="Google Shape;74;p2"/>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75;p2"/>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76;p2"/>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77;p2"/>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9" name="PlaceHolder 1"/>
          <p:cNvSpPr>
            <a:spLocks noGrp="1"/>
          </p:cNvSpPr>
          <p:nvPr>
            <p:ph type="title"/>
          </p:nvPr>
        </p:nvSpPr>
        <p:spPr>
          <a:xfrm>
            <a:off x="1920240" y="1584360"/>
            <a:ext cx="5303520" cy="1806840"/>
          </a:xfrm>
          <a:prstGeom prst="rect">
            <a:avLst/>
          </a:prstGeom>
          <a:noFill/>
          <a:ln w="0">
            <a:noFill/>
          </a:ln>
        </p:spPr>
        <p:txBody>
          <a:bodyPr lIns="91440" tIns="91440" rIns="91440" bIns="91440" anchor="b">
            <a:noAutofit/>
          </a:bodyPr>
          <a:lstStyle/>
          <a:p>
            <a:pPr indent="0">
              <a:buNone/>
            </a:pPr>
            <a:r>
              <a:rPr lang="fr-FR" sz="9600" b="0" u="none" strike="noStrike">
                <a:solidFill>
                  <a:schemeClr val="dk1"/>
                </a:solidFill>
                <a:effectLst/>
                <a:uFillTx/>
                <a:latin typeface="Arial"/>
              </a:rPr>
              <a:t>Click to edit the title text format</a:t>
            </a:r>
          </a:p>
        </p:txBody>
      </p:sp>
      <p:sp>
        <p:nvSpPr>
          <p:cNvPr id="70" name="Google Shape;80;p2"/>
          <p:cNvSpPr/>
          <p:nvPr/>
        </p:nvSpPr>
        <p:spPr>
          <a:xfrm>
            <a:off x="151920" y="21312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81;p2"/>
          <p:cNvSpPr/>
          <p:nvPr/>
        </p:nvSpPr>
        <p:spPr>
          <a:xfrm>
            <a:off x="151920" y="4709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dk2"/>
        </a:solidFill>
        <a:effectLst/>
      </p:bgPr>
    </p:bg>
    <p:spTree>
      <p:nvGrpSpPr>
        <p:cNvPr id="1" name=""/>
        <p:cNvGrpSpPr/>
        <p:nvPr/>
      </p:nvGrpSpPr>
      <p:grpSpPr>
        <a:xfrm>
          <a:off x="0" y="0"/>
          <a:ext cx="0" cy="0"/>
          <a:chOff x="0" y="0"/>
          <a:chExt cx="0" cy="0"/>
        </a:xfrm>
      </p:grpSpPr>
      <p:grpSp>
        <p:nvGrpSpPr>
          <p:cNvPr id="73" name="Google Shape;595;p11"/>
          <p:cNvGrpSpPr/>
          <p:nvPr/>
        </p:nvGrpSpPr>
        <p:grpSpPr>
          <a:xfrm>
            <a:off x="0" y="0"/>
            <a:ext cx="9143640" cy="5143320"/>
            <a:chOff x="0" y="0"/>
            <a:chExt cx="9143640" cy="5143320"/>
          </a:xfrm>
        </p:grpSpPr>
        <p:sp>
          <p:nvSpPr>
            <p:cNvPr id="74" name="Google Shape;596;p11"/>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 name="Google Shape;597;p11"/>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 name="Google Shape;598;p11"/>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599;p11"/>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 name="Google Shape;600;p11"/>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601;p11"/>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 name="Google Shape;602;p11"/>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 name="Google Shape;603;p11"/>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 name="Google Shape;604;p11"/>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 name="Google Shape;605;p11"/>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 name="Google Shape;606;p11"/>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 name="Google Shape;607;p11"/>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608;p11"/>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 name="Google Shape;609;p11"/>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610;p11"/>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611;p11"/>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 name="Google Shape;612;p11"/>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Google Shape;613;p11"/>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 name="Google Shape;614;p11"/>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615;p11"/>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 name="Google Shape;616;p11"/>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617;p11"/>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 name="Google Shape;618;p11"/>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 name="Google Shape;619;p11"/>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 name="Google Shape;620;p11"/>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621;p11"/>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622;p11"/>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623;p11"/>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 name="Google Shape;624;p11"/>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625;p11"/>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626;p11"/>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627;p11"/>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 name="Google Shape;628;p11"/>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629;p11"/>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630;p11"/>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 name="Google Shape;631;p11"/>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632;p11"/>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 name="Google Shape;633;p11"/>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634;p11"/>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635;p11"/>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636;p11"/>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637;p11"/>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638;p11"/>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639;p11"/>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640;p11"/>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641;p11"/>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 name="Google Shape;642;p11"/>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 name="Google Shape;643;p11"/>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644;p11"/>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 name="Google Shape;645;p11"/>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 name="Google Shape;646;p11"/>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647;p11"/>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648;p11"/>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649;p11"/>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 name="Google Shape;650;p11"/>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651;p11"/>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652;p11"/>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653;p11"/>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654;p11"/>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 name="Google Shape;655;p11"/>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656;p11"/>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 name="Google Shape;657;p11"/>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 name="Google Shape;658;p11"/>
          <p:cNvGrpSpPr/>
          <p:nvPr/>
        </p:nvGrpSpPr>
        <p:grpSpPr>
          <a:xfrm>
            <a:off x="502560" y="399960"/>
            <a:ext cx="8138880" cy="4343040"/>
            <a:chOff x="502560" y="399960"/>
            <a:chExt cx="8138880" cy="4343040"/>
          </a:xfrm>
        </p:grpSpPr>
        <p:sp>
          <p:nvSpPr>
            <p:cNvPr id="137" name="Google Shape;659;p11"/>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660;p11"/>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661;p11"/>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 name="Google Shape;662;p11"/>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 name="Google Shape;663;p11"/>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2" name="PlaceHolder 1"/>
          <p:cNvSpPr>
            <a:spLocks noGrp="1"/>
          </p:cNvSpPr>
          <p:nvPr>
            <p:ph type="title"/>
          </p:nvPr>
        </p:nvSpPr>
        <p:spPr>
          <a:xfrm>
            <a:off x="1284120" y="1092240"/>
            <a:ext cx="6575760" cy="1297080"/>
          </a:xfrm>
          <a:prstGeom prst="rect">
            <a:avLst/>
          </a:prstGeom>
          <a:noFill/>
          <a:ln w="0">
            <a:noFill/>
          </a:ln>
        </p:spPr>
        <p:txBody>
          <a:bodyPr lIns="91440" tIns="91440" rIns="91440" bIns="91440" anchor="t">
            <a:noAutofit/>
          </a:bodyPr>
          <a:lstStyle/>
          <a:p>
            <a:pPr indent="0" algn="ctr">
              <a:lnSpc>
                <a:spcPct val="100000"/>
              </a:lnSpc>
              <a:buNone/>
            </a:pPr>
            <a:r>
              <a:rPr lang="fr-FR" sz="7200" b="1" u="none" strike="noStrike">
                <a:solidFill>
                  <a:schemeClr val="accent1"/>
                </a:solidFill>
                <a:effectLst/>
                <a:uFillTx/>
                <a:latin typeface="Varela Round"/>
                <a:ea typeface="Varela Round"/>
              </a:rPr>
              <a:t>xx%</a:t>
            </a:r>
            <a:endParaRPr lang="fr-FR" sz="7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dk2"/>
        </a:solidFill>
        <a:effectLst/>
      </p:bgPr>
    </p:bg>
    <p:spTree>
      <p:nvGrpSpPr>
        <p:cNvPr id="1" name=""/>
        <p:cNvGrpSpPr/>
        <p:nvPr/>
      </p:nvGrpSpPr>
      <p:grpSpPr>
        <a:xfrm>
          <a:off x="0" y="0"/>
          <a:ext cx="0" cy="0"/>
          <a:chOff x="0" y="0"/>
          <a:chExt cx="0" cy="0"/>
        </a:xfrm>
      </p:grpSpPr>
      <p:grpSp>
        <p:nvGrpSpPr>
          <p:cNvPr id="143" name="Google Shape;668;p13"/>
          <p:cNvGrpSpPr/>
          <p:nvPr/>
        </p:nvGrpSpPr>
        <p:grpSpPr>
          <a:xfrm>
            <a:off x="0" y="0"/>
            <a:ext cx="9143640" cy="5143320"/>
            <a:chOff x="0" y="0"/>
            <a:chExt cx="9143640" cy="5143320"/>
          </a:xfrm>
        </p:grpSpPr>
        <p:sp>
          <p:nvSpPr>
            <p:cNvPr id="144" name="Google Shape;669;p13"/>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 name="Google Shape;670;p13"/>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 name="Google Shape;671;p13"/>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 name="Google Shape;672;p13"/>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673;p13"/>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 name="Google Shape;674;p13"/>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75;p13"/>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 name="Google Shape;676;p13"/>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 name="Google Shape;677;p13"/>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 name="Google Shape;678;p13"/>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679;p13"/>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680;p13"/>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681;p13"/>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682;p13"/>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683;p13"/>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 name="Google Shape;684;p13"/>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685;p13"/>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686;p13"/>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687;p13"/>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 name="Google Shape;688;p13"/>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 name="Google Shape;689;p13"/>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690;p13"/>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691;p13"/>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692;p13"/>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 name="Google Shape;693;p13"/>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 name="Google Shape;694;p13"/>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 name="Google Shape;695;p13"/>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696;p13"/>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697;p13"/>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 name="Google Shape;698;p13"/>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 name="Google Shape;699;p13"/>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 name="Google Shape;700;p13"/>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 name="Google Shape;701;p13"/>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 name="Google Shape;702;p13"/>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 name="Google Shape;703;p13"/>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704;p13"/>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 name="Google Shape;705;p13"/>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 name="Google Shape;706;p13"/>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 name="Google Shape;707;p13"/>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 name="Google Shape;708;p13"/>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709;p13"/>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 name="Google Shape;710;p13"/>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711;p13"/>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 name="Google Shape;712;p13"/>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 name="Google Shape;713;p13"/>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 name="Google Shape;714;p13"/>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 name="Google Shape;715;p13"/>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 name="Google Shape;716;p13"/>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 name="Google Shape;717;p13"/>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718;p13"/>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719;p13"/>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720;p13"/>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721;p13"/>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722;p13"/>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 name="Google Shape;723;p13"/>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724;p13"/>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725;p13"/>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726;p13"/>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727;p13"/>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 name="Google Shape;728;p13"/>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729;p13"/>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730;p13"/>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6" name="Google Shape;731;p13"/>
          <p:cNvGrpSpPr/>
          <p:nvPr/>
        </p:nvGrpSpPr>
        <p:grpSpPr>
          <a:xfrm>
            <a:off x="192240" y="135720"/>
            <a:ext cx="8759160" cy="4872240"/>
            <a:chOff x="192240" y="135720"/>
            <a:chExt cx="8759160" cy="4872240"/>
          </a:xfrm>
        </p:grpSpPr>
        <p:sp>
          <p:nvSpPr>
            <p:cNvPr id="207" name="Google Shape;732;p13"/>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733;p13"/>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734;p13"/>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735;p13"/>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1" name="Google Shape;736;p13"/>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2" name="PlaceHolder 1"/>
          <p:cNvSpPr>
            <a:spLocks noGrp="1"/>
          </p:cNvSpPr>
          <p:nvPr>
            <p:ph type="title"/>
          </p:nvPr>
        </p:nvSpPr>
        <p:spPr>
          <a:xfrm>
            <a:off x="1329480" y="448200"/>
            <a:ext cx="701352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213" name="PlaceHolder 2"/>
          <p:cNvSpPr>
            <a:spLocks noGrp="1"/>
          </p:cNvSpPr>
          <p:nvPr>
            <p:ph type="title"/>
          </p:nvPr>
        </p:nvSpPr>
        <p:spPr>
          <a:xfrm>
            <a:off x="1482120" y="1424520"/>
            <a:ext cx="668880" cy="44712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1"/>
                </a:solidFill>
                <a:effectLst/>
                <a:uFillTx/>
                <a:latin typeface="Varela Round"/>
                <a:ea typeface="Varela Round"/>
              </a:rPr>
              <a:t>xx%</a:t>
            </a:r>
            <a:endParaRPr lang="fr-FR" sz="3000" b="0" u="none" strike="noStrike">
              <a:solidFill>
                <a:schemeClr val="dk1"/>
              </a:solidFill>
              <a:effectLst/>
              <a:uFillTx/>
              <a:latin typeface="Arial"/>
            </a:endParaRPr>
          </a:p>
        </p:txBody>
      </p:sp>
      <p:sp>
        <p:nvSpPr>
          <p:cNvPr id="214" name="PlaceHolder 3"/>
          <p:cNvSpPr>
            <a:spLocks noGrp="1"/>
          </p:cNvSpPr>
          <p:nvPr>
            <p:ph type="title"/>
          </p:nvPr>
        </p:nvSpPr>
        <p:spPr>
          <a:xfrm>
            <a:off x="1482120" y="3663720"/>
            <a:ext cx="668880" cy="44712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1"/>
                </a:solidFill>
                <a:effectLst/>
                <a:uFillTx/>
                <a:latin typeface="Varela Round"/>
                <a:ea typeface="Varela Round"/>
              </a:rPr>
              <a:t>xx%</a:t>
            </a:r>
            <a:endParaRPr lang="fr-FR" sz="3000" b="0" u="none" strike="noStrike">
              <a:solidFill>
                <a:schemeClr val="dk1"/>
              </a:solidFill>
              <a:effectLst/>
              <a:uFillTx/>
              <a:latin typeface="Arial"/>
            </a:endParaRPr>
          </a:p>
        </p:txBody>
      </p:sp>
      <p:sp>
        <p:nvSpPr>
          <p:cNvPr id="215" name="PlaceHolder 4"/>
          <p:cNvSpPr>
            <a:spLocks noGrp="1"/>
          </p:cNvSpPr>
          <p:nvPr>
            <p:ph type="title"/>
          </p:nvPr>
        </p:nvSpPr>
        <p:spPr>
          <a:xfrm>
            <a:off x="1482120" y="2544120"/>
            <a:ext cx="668880" cy="447120"/>
          </a:xfrm>
          <a:prstGeom prst="rect">
            <a:avLst/>
          </a:prstGeom>
          <a:noFill/>
          <a:ln w="0">
            <a:noFill/>
          </a:ln>
        </p:spPr>
        <p:txBody>
          <a:bodyPr lIns="91440" tIns="91440" rIns="91440" bIns="91440" anchor="ctr">
            <a:noAutofit/>
          </a:bodyPr>
          <a:lstStyle/>
          <a:p>
            <a:pPr indent="0">
              <a:lnSpc>
                <a:spcPct val="100000"/>
              </a:lnSpc>
              <a:buNone/>
            </a:pPr>
            <a:r>
              <a:rPr lang="fr-FR" sz="3000" b="1" u="none" strike="noStrike">
                <a:solidFill>
                  <a:schemeClr val="dk1"/>
                </a:solidFill>
                <a:effectLst/>
                <a:uFillTx/>
                <a:latin typeface="Varela Round"/>
                <a:ea typeface="Varela Round"/>
              </a:rPr>
              <a:t>xx%</a:t>
            </a:r>
            <a:endParaRPr lang="fr-FR" sz="30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dk2"/>
        </a:solidFill>
        <a:effectLst/>
      </p:bgPr>
    </p:bg>
    <p:spTree>
      <p:nvGrpSpPr>
        <p:cNvPr id="1" name=""/>
        <p:cNvGrpSpPr/>
        <p:nvPr/>
      </p:nvGrpSpPr>
      <p:grpSpPr>
        <a:xfrm>
          <a:off x="0" y="0"/>
          <a:ext cx="0" cy="0"/>
          <a:chOff x="0" y="0"/>
          <a:chExt cx="0" cy="0"/>
        </a:xfrm>
      </p:grpSpPr>
      <p:grpSp>
        <p:nvGrpSpPr>
          <p:cNvPr id="216" name="Google Shape;748;p14"/>
          <p:cNvGrpSpPr/>
          <p:nvPr/>
        </p:nvGrpSpPr>
        <p:grpSpPr>
          <a:xfrm>
            <a:off x="0" y="0"/>
            <a:ext cx="9143640" cy="5143320"/>
            <a:chOff x="0" y="0"/>
            <a:chExt cx="9143640" cy="5143320"/>
          </a:xfrm>
        </p:grpSpPr>
        <p:sp>
          <p:nvSpPr>
            <p:cNvPr id="217" name="Google Shape;749;p14"/>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8" name="Google Shape;750;p14"/>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9" name="Google Shape;751;p14"/>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0" name="Google Shape;752;p14"/>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 name="Google Shape;753;p14"/>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2" name="Google Shape;754;p14"/>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755;p14"/>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4" name="Google Shape;756;p14"/>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757;p14"/>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 name="Google Shape;758;p14"/>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7" name="Google Shape;759;p14"/>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8" name="Google Shape;760;p14"/>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9" name="Google Shape;761;p14"/>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762;p14"/>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1" name="Google Shape;763;p14"/>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2" name="Google Shape;764;p14"/>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3" name="Google Shape;765;p14"/>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4" name="Google Shape;766;p14"/>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 name="Google Shape;767;p14"/>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6" name="Google Shape;768;p14"/>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7" name="Google Shape;769;p14"/>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8" name="Google Shape;770;p14"/>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9" name="Google Shape;771;p14"/>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772;p14"/>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773;p14"/>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774;p14"/>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3" name="Google Shape;775;p14"/>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776;p14"/>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777;p14"/>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778;p14"/>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779;p14"/>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780;p14"/>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781;p14"/>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782;p14"/>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783;p14"/>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784;p14"/>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 name="Google Shape;785;p14"/>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786;p14"/>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 name="Google Shape;787;p14"/>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788;p14"/>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 name="Google Shape;789;p14"/>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8" name="Google Shape;790;p14"/>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 name="Google Shape;791;p14"/>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 name="Google Shape;792;p14"/>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Google Shape;793;p14"/>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2" name="Google Shape;794;p14"/>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3" name="Google Shape;795;p14"/>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4" name="Google Shape;796;p14"/>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797;p14"/>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798;p14"/>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799;p14"/>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800;p14"/>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9" name="Google Shape;801;p14"/>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802;p14"/>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803;p14"/>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804;p14"/>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805;p14"/>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806;p14"/>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807;p14"/>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808;p14"/>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809;p14"/>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810;p14"/>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9" name="Google Shape;811;p14"/>
          <p:cNvGrpSpPr/>
          <p:nvPr/>
        </p:nvGrpSpPr>
        <p:grpSpPr>
          <a:xfrm>
            <a:off x="502560" y="399960"/>
            <a:ext cx="8138880" cy="4343040"/>
            <a:chOff x="502560" y="399960"/>
            <a:chExt cx="8138880" cy="4343040"/>
          </a:xfrm>
        </p:grpSpPr>
        <p:sp>
          <p:nvSpPr>
            <p:cNvPr id="280" name="Google Shape;812;p14"/>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813;p14"/>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2" name="Google Shape;814;p14"/>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3" name="Google Shape;815;p14"/>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816;p14"/>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85" name="PlaceHolder 1"/>
          <p:cNvSpPr>
            <a:spLocks noGrp="1"/>
          </p:cNvSpPr>
          <p:nvPr>
            <p:ph type="title"/>
          </p:nvPr>
        </p:nvSpPr>
        <p:spPr>
          <a:xfrm>
            <a:off x="2539080" y="3557520"/>
            <a:ext cx="5378040" cy="56628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dk2"/>
        </a:solidFill>
        <a:effectLst/>
      </p:bgPr>
    </p:bg>
    <p:spTree>
      <p:nvGrpSpPr>
        <p:cNvPr id="1" name=""/>
        <p:cNvGrpSpPr/>
        <p:nvPr/>
      </p:nvGrpSpPr>
      <p:grpSpPr>
        <a:xfrm>
          <a:off x="0" y="0"/>
          <a:ext cx="0" cy="0"/>
          <a:chOff x="0" y="0"/>
          <a:chExt cx="0" cy="0"/>
        </a:xfrm>
      </p:grpSpPr>
      <p:grpSp>
        <p:nvGrpSpPr>
          <p:cNvPr id="286" name="Google Shape;820;p15"/>
          <p:cNvGrpSpPr/>
          <p:nvPr/>
        </p:nvGrpSpPr>
        <p:grpSpPr>
          <a:xfrm>
            <a:off x="0" y="0"/>
            <a:ext cx="9143640" cy="5143320"/>
            <a:chOff x="0" y="0"/>
            <a:chExt cx="9143640" cy="5143320"/>
          </a:xfrm>
        </p:grpSpPr>
        <p:sp>
          <p:nvSpPr>
            <p:cNvPr id="287" name="Google Shape;821;p15"/>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8" name="Google Shape;822;p15"/>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823;p15"/>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824;p15"/>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825;p15"/>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826;p15"/>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827;p15"/>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828;p15"/>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829;p15"/>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830;p15"/>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7" name="Google Shape;831;p15"/>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832;p15"/>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9" name="Google Shape;833;p15"/>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834;p15"/>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835;p15"/>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2" name="Google Shape;836;p15"/>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3" name="Google Shape;837;p15"/>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4" name="Google Shape;838;p15"/>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5" name="Google Shape;839;p15"/>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840;p15"/>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7" name="Google Shape;841;p15"/>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42;p15"/>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9" name="Google Shape;843;p15"/>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0" name="Google Shape;844;p15"/>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1" name="Google Shape;845;p15"/>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2" name="Google Shape;846;p15"/>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847;p15"/>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4" name="Google Shape;848;p15"/>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5" name="Google Shape;849;p15"/>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6" name="Google Shape;850;p15"/>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851;p15"/>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852;p15"/>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853;p15"/>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0" name="Google Shape;854;p15"/>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1" name="Google Shape;855;p15"/>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2" name="Google Shape;856;p15"/>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3" name="Google Shape;857;p15"/>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858;p15"/>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5" name="Google Shape;859;p15"/>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860;p15"/>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7" name="Google Shape;861;p15"/>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862;p15"/>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863;p15"/>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864;p15"/>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865;p15"/>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2" name="Google Shape;866;p15"/>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867;p15"/>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4" name="Google Shape;868;p15"/>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869;p15"/>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870;p15"/>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7" name="Google Shape;871;p15"/>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872;p15"/>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9" name="Google Shape;873;p15"/>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0" name="Google Shape;874;p15"/>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1" name="Google Shape;875;p15"/>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2" name="Google Shape;876;p15"/>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877;p15"/>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4" name="Google Shape;878;p15"/>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879;p15"/>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6" name="Google Shape;880;p15"/>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7" name="Google Shape;881;p15"/>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8" name="Google Shape;882;p15"/>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9" name="Google Shape;883;p15"/>
          <p:cNvGrpSpPr/>
          <p:nvPr/>
        </p:nvGrpSpPr>
        <p:grpSpPr>
          <a:xfrm>
            <a:off x="192240" y="135720"/>
            <a:ext cx="8759160" cy="4872240"/>
            <a:chOff x="192240" y="135720"/>
            <a:chExt cx="8759160" cy="4872240"/>
          </a:xfrm>
        </p:grpSpPr>
        <p:sp>
          <p:nvSpPr>
            <p:cNvPr id="350" name="Google Shape;884;p15"/>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1" name="Google Shape;885;p15"/>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886;p15"/>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3" name="Google Shape;887;p15"/>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4" name="Google Shape;888;p15"/>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55" name="PlaceHolder 1"/>
          <p:cNvSpPr>
            <a:spLocks noGrp="1"/>
          </p:cNvSpPr>
          <p:nvPr>
            <p:ph type="title"/>
          </p:nvPr>
        </p:nvSpPr>
        <p:spPr>
          <a:xfrm>
            <a:off x="720000" y="1186920"/>
            <a:ext cx="3932280" cy="175968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356" name="PlaceHolder 2"/>
          <p:cNvSpPr>
            <a:spLocks noGrp="1"/>
          </p:cNvSpPr>
          <p:nvPr>
            <p:ph type="body"/>
          </p:nvPr>
        </p:nvSpPr>
        <p:spPr>
          <a:xfrm>
            <a:off x="4790880" y="836280"/>
            <a:ext cx="3519360" cy="3519360"/>
          </a:xfrm>
          <a:prstGeom prst="rect">
            <a:avLst/>
          </a:prstGeom>
          <a:noFill/>
          <a:ln w="0">
            <a:noFill/>
          </a:ln>
        </p:spPr>
        <p:txBody>
          <a:bodyPr lIns="90000" tIns="45000" rIns="90000" bIns="45000" anchor="t">
            <a:normAutofit fontScale="9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dk2"/>
        </a:solidFill>
        <a:effectLst/>
      </p:bgPr>
    </p:bg>
    <p:spTree>
      <p:nvGrpSpPr>
        <p:cNvPr id="1" name=""/>
        <p:cNvGrpSpPr/>
        <p:nvPr/>
      </p:nvGrpSpPr>
      <p:grpSpPr>
        <a:xfrm>
          <a:off x="0" y="0"/>
          <a:ext cx="0" cy="0"/>
          <a:chOff x="0" y="0"/>
          <a:chExt cx="0" cy="0"/>
        </a:xfrm>
      </p:grpSpPr>
      <p:grpSp>
        <p:nvGrpSpPr>
          <p:cNvPr id="427" name="Google Shape;965;p17"/>
          <p:cNvGrpSpPr/>
          <p:nvPr/>
        </p:nvGrpSpPr>
        <p:grpSpPr>
          <a:xfrm>
            <a:off x="0" y="0"/>
            <a:ext cx="9143640" cy="5143320"/>
            <a:chOff x="0" y="0"/>
            <a:chExt cx="9143640" cy="5143320"/>
          </a:xfrm>
        </p:grpSpPr>
        <p:sp>
          <p:nvSpPr>
            <p:cNvPr id="428" name="Google Shape;966;p17"/>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967;p17"/>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0" name="Google Shape;968;p17"/>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1" name="Google Shape;969;p17"/>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2" name="Google Shape;970;p17"/>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3" name="Google Shape;971;p17"/>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972;p17"/>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5" name="Google Shape;973;p17"/>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974;p17"/>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7" name="Google Shape;975;p17"/>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8" name="Google Shape;976;p17"/>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9" name="Google Shape;977;p17"/>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0" name="Google Shape;978;p17"/>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979;p17"/>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2" name="Google Shape;980;p17"/>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3" name="Google Shape;981;p17"/>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4" name="Google Shape;982;p17"/>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5" name="Google Shape;983;p17"/>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984;p17"/>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7" name="Google Shape;985;p17"/>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8" name="Google Shape;986;p17"/>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9" name="Google Shape;987;p17"/>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0" name="Google Shape;988;p17"/>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989;p17"/>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2" name="Google Shape;990;p17"/>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991;p17"/>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4" name="Google Shape;992;p17"/>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5" name="Google Shape;993;p17"/>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6" name="Google Shape;994;p17"/>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995;p17"/>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996;p17"/>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9" name="Google Shape;997;p17"/>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0" name="Google Shape;998;p17"/>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1" name="Google Shape;999;p17"/>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2" name="Google Shape;1000;p17"/>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3" name="Google Shape;1001;p17"/>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4" name="Google Shape;1002;p17"/>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5" name="Google Shape;1003;p17"/>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6" name="Google Shape;1004;p17"/>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7" name="Google Shape;1005;p17"/>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8" name="Google Shape;1006;p17"/>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9" name="Google Shape;1007;p17"/>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0" name="Google Shape;1008;p17"/>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1" name="Google Shape;1009;p17"/>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1010;p17"/>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Google Shape;1011;p17"/>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4" name="Google Shape;1012;p17"/>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5" name="Google Shape;1013;p17"/>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6" name="Google Shape;1014;p17"/>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1015;p17"/>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8" name="Google Shape;1016;p17"/>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9" name="Google Shape;1017;p17"/>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0" name="Google Shape;1018;p17"/>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1019;p17"/>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2" name="Google Shape;1020;p17"/>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1021;p17"/>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4" name="Google Shape;1022;p17"/>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5" name="Google Shape;1023;p17"/>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6" name="Google Shape;1024;p17"/>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1025;p17"/>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1026;p17"/>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9" name="Google Shape;1027;p17"/>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0" name="Google Shape;1028;p17"/>
          <p:cNvGrpSpPr/>
          <p:nvPr/>
        </p:nvGrpSpPr>
        <p:grpSpPr>
          <a:xfrm>
            <a:off x="502560" y="399960"/>
            <a:ext cx="8138880" cy="4343040"/>
            <a:chOff x="502560" y="399960"/>
            <a:chExt cx="8138880" cy="4343040"/>
          </a:xfrm>
        </p:grpSpPr>
        <p:sp>
          <p:nvSpPr>
            <p:cNvPr id="491" name="Google Shape;1029;p17"/>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1030;p17"/>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3" name="Google Shape;1031;p17"/>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4" name="Google Shape;1032;p17"/>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1033;p17"/>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96" name="PlaceHolder 1"/>
          <p:cNvSpPr>
            <a:spLocks noGrp="1"/>
          </p:cNvSpPr>
          <p:nvPr>
            <p:ph type="title"/>
          </p:nvPr>
        </p:nvSpPr>
        <p:spPr>
          <a:xfrm>
            <a:off x="4837320" y="1501200"/>
            <a:ext cx="3593160" cy="106056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dk2"/>
        </a:solidFill>
        <a:effectLst/>
      </p:bgPr>
    </p:bg>
    <p:spTree>
      <p:nvGrpSpPr>
        <p:cNvPr id="1" name=""/>
        <p:cNvGrpSpPr/>
        <p:nvPr/>
      </p:nvGrpSpPr>
      <p:grpSpPr>
        <a:xfrm>
          <a:off x="0" y="0"/>
          <a:ext cx="0" cy="0"/>
          <a:chOff x="0" y="0"/>
          <a:chExt cx="0" cy="0"/>
        </a:xfrm>
      </p:grpSpPr>
      <p:grpSp>
        <p:nvGrpSpPr>
          <p:cNvPr id="497" name="Google Shape;1037;p18"/>
          <p:cNvGrpSpPr/>
          <p:nvPr/>
        </p:nvGrpSpPr>
        <p:grpSpPr>
          <a:xfrm>
            <a:off x="0" y="0"/>
            <a:ext cx="9143640" cy="5143320"/>
            <a:chOff x="0" y="0"/>
            <a:chExt cx="9143640" cy="5143320"/>
          </a:xfrm>
        </p:grpSpPr>
        <p:sp>
          <p:nvSpPr>
            <p:cNvPr id="498" name="Google Shape;1038;p18"/>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9" name="Google Shape;1039;p18"/>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0" name="Google Shape;1040;p18"/>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1" name="Google Shape;1041;p18"/>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2" name="Google Shape;1042;p18"/>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3" name="Google Shape;1043;p18"/>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4" name="Google Shape;1044;p18"/>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5" name="Google Shape;1045;p18"/>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6" name="Google Shape;1046;p18"/>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1047;p18"/>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8" name="Google Shape;1048;p18"/>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1049;p18"/>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1050;p18"/>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1051;p18"/>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2" name="Google Shape;1052;p18"/>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3" name="Google Shape;1053;p18"/>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1054;p18"/>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Google Shape;1055;p18"/>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6" name="Google Shape;1056;p18"/>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1057;p18"/>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8" name="Google Shape;1058;p18"/>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1059;p18"/>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0" name="Google Shape;1060;p18"/>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1" name="Google Shape;1061;p18"/>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2" name="Google Shape;1062;p18"/>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3" name="Google Shape;1063;p18"/>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4" name="Google Shape;1064;p18"/>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1065;p18"/>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6" name="Google Shape;1066;p18"/>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1067;p18"/>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8" name="Google Shape;1068;p18"/>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9" name="Google Shape;1069;p18"/>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0" name="Google Shape;1070;p18"/>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1" name="Google Shape;1071;p18"/>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1072;p18"/>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3" name="Google Shape;1073;p18"/>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4" name="Google Shape;1074;p18"/>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5" name="Google Shape;1075;p18"/>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6" name="Google Shape;1076;p18"/>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1077;p18"/>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8" name="Google Shape;1078;p18"/>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9" name="Google Shape;1079;p18"/>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0" name="Google Shape;1080;p18"/>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1081;p18"/>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2" name="Google Shape;1082;p18"/>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3" name="Google Shape;1083;p18"/>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1084;p18"/>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1085;p18"/>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1086;p18"/>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7" name="Google Shape;1087;p18"/>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8" name="Google Shape;1088;p18"/>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1089;p18"/>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1090;p18"/>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1" name="Google Shape;1091;p18"/>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2" name="Google Shape;1092;p18"/>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1093;p18"/>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1094;p18"/>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5" name="Google Shape;1095;p18"/>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6" name="Google Shape;1096;p18"/>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7" name="Google Shape;1097;p18"/>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098;p18"/>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099;p18"/>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60" name="Google Shape;1100;p18"/>
          <p:cNvGrpSpPr/>
          <p:nvPr/>
        </p:nvGrpSpPr>
        <p:grpSpPr>
          <a:xfrm>
            <a:off x="192240" y="135720"/>
            <a:ext cx="8759160" cy="4872240"/>
            <a:chOff x="192240" y="135720"/>
            <a:chExt cx="8759160" cy="4872240"/>
          </a:xfrm>
        </p:grpSpPr>
        <p:sp>
          <p:nvSpPr>
            <p:cNvPr id="561" name="Google Shape;1101;p18"/>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2" name="Google Shape;1102;p18"/>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1103;p18"/>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4" name="Google Shape;1104;p18"/>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5" name="Google Shape;1105;p18"/>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6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567" name="Google Shape;1111;p18"/>
          <p:cNvSpPr/>
          <p:nvPr/>
        </p:nvSpPr>
        <p:spPr>
          <a:xfrm>
            <a:off x="8430840" y="35280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dk2"/>
        </a:solidFill>
        <a:effectLst/>
      </p:bgPr>
    </p:bg>
    <p:spTree>
      <p:nvGrpSpPr>
        <p:cNvPr id="1" name=""/>
        <p:cNvGrpSpPr/>
        <p:nvPr/>
      </p:nvGrpSpPr>
      <p:grpSpPr>
        <a:xfrm>
          <a:off x="0" y="0"/>
          <a:ext cx="0" cy="0"/>
          <a:chOff x="0" y="0"/>
          <a:chExt cx="0" cy="0"/>
        </a:xfrm>
      </p:grpSpPr>
      <p:grpSp>
        <p:nvGrpSpPr>
          <p:cNvPr id="568" name="Google Shape;1113;p19"/>
          <p:cNvGrpSpPr/>
          <p:nvPr/>
        </p:nvGrpSpPr>
        <p:grpSpPr>
          <a:xfrm>
            <a:off x="0" y="0"/>
            <a:ext cx="9143640" cy="5143320"/>
            <a:chOff x="0" y="0"/>
            <a:chExt cx="9143640" cy="5143320"/>
          </a:xfrm>
        </p:grpSpPr>
        <p:sp>
          <p:nvSpPr>
            <p:cNvPr id="569" name="Google Shape;1114;p19"/>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0" name="Google Shape;1115;p19"/>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1" name="Google Shape;1116;p19"/>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2" name="Google Shape;1117;p19"/>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3" name="Google Shape;1118;p19"/>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4" name="Google Shape;1119;p19"/>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5" name="Google Shape;1120;p19"/>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6" name="Google Shape;1121;p19"/>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7" name="Google Shape;1122;p19"/>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8" name="Google Shape;1123;p19"/>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9" name="Google Shape;1124;p19"/>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0" name="Google Shape;1125;p19"/>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1" name="Google Shape;1126;p19"/>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1127;p19"/>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1128;p19"/>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4" name="Google Shape;1129;p19"/>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1130;p19"/>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1131;p19"/>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7" name="Google Shape;1132;p19"/>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8" name="Google Shape;1133;p19"/>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1134;p19"/>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1135;p19"/>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1136;p19"/>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2" name="Google Shape;1137;p19"/>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3" name="Google Shape;1138;p19"/>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4" name="Google Shape;1139;p19"/>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5" name="Google Shape;1140;p19"/>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6" name="Google Shape;1141;p19"/>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7" name="Google Shape;1142;p19"/>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8" name="Google Shape;1143;p19"/>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9" name="Google Shape;1144;p19"/>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0" name="Google Shape;1145;p19"/>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1" name="Google Shape;1146;p19"/>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2" name="Google Shape;1147;p19"/>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3" name="Google Shape;1148;p19"/>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4" name="Google Shape;1149;p19"/>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1150;p19"/>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1151;p19"/>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7" name="Google Shape;1152;p19"/>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8" name="Google Shape;1153;p19"/>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9" name="Google Shape;1154;p19"/>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1155;p19"/>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1" name="Google Shape;1156;p19"/>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2" name="Google Shape;1157;p19"/>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3" name="Google Shape;1158;p19"/>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4" name="Google Shape;1159;p19"/>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5" name="Google Shape;1160;p19"/>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1161;p19"/>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7" name="Google Shape;1162;p19"/>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8" name="Google Shape;1163;p19"/>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9" name="Google Shape;1164;p19"/>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1165;p19"/>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1" name="Google Shape;1166;p19"/>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2" name="Google Shape;1167;p19"/>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1168;p19"/>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169;p19"/>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5" name="Google Shape;1170;p19"/>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6" name="Google Shape;1171;p19"/>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7" name="Google Shape;1172;p19"/>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8" name="Google Shape;1173;p19"/>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9" name="Google Shape;1174;p19"/>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0" name="Google Shape;1175;p19"/>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1" name="Google Shape;1176;p19"/>
          <p:cNvGrpSpPr/>
          <p:nvPr/>
        </p:nvGrpSpPr>
        <p:grpSpPr>
          <a:xfrm>
            <a:off x="173160" y="131040"/>
            <a:ext cx="8796960" cy="4880880"/>
            <a:chOff x="173160" y="131040"/>
            <a:chExt cx="8796960" cy="4880880"/>
          </a:xfrm>
        </p:grpSpPr>
        <p:sp>
          <p:nvSpPr>
            <p:cNvPr id="632" name="Google Shape;1177;p19"/>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1178;p19"/>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4" name="Google Shape;1179;p19"/>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5" name="Google Shape;1180;p19"/>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6" name="Google Shape;1181;p19"/>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3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38" name="Google Shape;1185;p19"/>
          <p:cNvSpPr/>
          <p:nvPr/>
        </p:nvSpPr>
        <p:spPr>
          <a:xfrm>
            <a:off x="533160" y="452772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rgbClr val="FCDC7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dk2"/>
        </a:solidFill>
        <a:effectLst/>
      </p:bgPr>
    </p:bg>
    <p:spTree>
      <p:nvGrpSpPr>
        <p:cNvPr id="1" name=""/>
        <p:cNvGrpSpPr/>
        <p:nvPr/>
      </p:nvGrpSpPr>
      <p:grpSpPr>
        <a:xfrm>
          <a:off x="0" y="0"/>
          <a:ext cx="0" cy="0"/>
          <a:chOff x="0" y="0"/>
          <a:chExt cx="0" cy="0"/>
        </a:xfrm>
      </p:grpSpPr>
      <p:grpSp>
        <p:nvGrpSpPr>
          <p:cNvPr id="639" name="Google Shape;1187;p20"/>
          <p:cNvGrpSpPr/>
          <p:nvPr/>
        </p:nvGrpSpPr>
        <p:grpSpPr>
          <a:xfrm>
            <a:off x="0" y="0"/>
            <a:ext cx="9143640" cy="5143320"/>
            <a:chOff x="0" y="0"/>
            <a:chExt cx="9143640" cy="5143320"/>
          </a:xfrm>
        </p:grpSpPr>
        <p:sp>
          <p:nvSpPr>
            <p:cNvPr id="640" name="Google Shape;1188;p20"/>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1" name="Google Shape;1189;p20"/>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2" name="Google Shape;1190;p20"/>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3" name="Google Shape;1191;p20"/>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4" name="Google Shape;1192;p20"/>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5" name="Google Shape;1193;p20"/>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1194;p20"/>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7" name="Google Shape;1195;p20"/>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1196;p20"/>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9" name="Google Shape;1197;p20"/>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0" name="Google Shape;1198;p20"/>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1" name="Google Shape;1199;p20"/>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2" name="Google Shape;1200;p20"/>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1201;p20"/>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4" name="Google Shape;1202;p20"/>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5" name="Google Shape;1203;p20"/>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6" name="Google Shape;1204;p20"/>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7" name="Google Shape;1205;p20"/>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206;p20"/>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9" name="Google Shape;1207;p20"/>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0" name="Google Shape;1208;p20"/>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1" name="Google Shape;1209;p20"/>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210;p20"/>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211;p20"/>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4" name="Google Shape;1212;p20"/>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5" name="Google Shape;1213;p20"/>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214;p20"/>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215;p20"/>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8" name="Google Shape;1216;p20"/>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9" name="Google Shape;1217;p20"/>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0" name="Google Shape;1218;p20"/>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1" name="Google Shape;1219;p20"/>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2" name="Google Shape;1220;p20"/>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3" name="Google Shape;1221;p20"/>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4" name="Google Shape;1222;p20"/>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5" name="Google Shape;1223;p20"/>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6" name="Google Shape;1224;p20"/>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1225;p20"/>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1226;p20"/>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1227;p20"/>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0" name="Google Shape;1228;p20"/>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1" name="Google Shape;1229;p20"/>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2" name="Google Shape;1230;p20"/>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3" name="Google Shape;1231;p20"/>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4" name="Google Shape;1232;p20"/>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5" name="Google Shape;1233;p20"/>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6" name="Google Shape;1234;p20"/>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7" name="Google Shape;1235;p20"/>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8" name="Google Shape;1236;p20"/>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9" name="Google Shape;1237;p20"/>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0" name="Google Shape;1238;p20"/>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1" name="Google Shape;1239;p20"/>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2" name="Google Shape;1240;p20"/>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1241;p20"/>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242;p20"/>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243;p20"/>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6" name="Google Shape;1244;p20"/>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7" name="Google Shape;1245;p20"/>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246;p20"/>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247;p20"/>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0" name="Google Shape;1248;p20"/>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1" name="Google Shape;1249;p20"/>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2" name="Google Shape;1250;p20"/>
          <p:cNvGrpSpPr/>
          <p:nvPr/>
        </p:nvGrpSpPr>
        <p:grpSpPr>
          <a:xfrm>
            <a:off x="192240" y="135720"/>
            <a:ext cx="8759160" cy="4872240"/>
            <a:chOff x="192240" y="135720"/>
            <a:chExt cx="8759160" cy="4872240"/>
          </a:xfrm>
        </p:grpSpPr>
        <p:sp>
          <p:nvSpPr>
            <p:cNvPr id="703" name="Google Shape;1251;p20"/>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4" name="Google Shape;1252;p20"/>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5" name="Google Shape;1253;p20"/>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254;p20"/>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255;p20"/>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08" name="PlaceHolder 1"/>
          <p:cNvSpPr>
            <a:spLocks noGrp="1"/>
          </p:cNvSpPr>
          <p:nvPr>
            <p:ph type="title"/>
          </p:nvPr>
        </p:nvSpPr>
        <p:spPr>
          <a:xfrm>
            <a:off x="720000" y="444960"/>
            <a:ext cx="70023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709" name="PlaceHolder 2"/>
          <p:cNvSpPr>
            <a:spLocks noGrp="1"/>
          </p:cNvSpPr>
          <p:nvPr>
            <p:ph type="body"/>
          </p:nvPr>
        </p:nvSpPr>
        <p:spPr>
          <a:xfrm>
            <a:off x="720000" y="1149120"/>
            <a:ext cx="3885120" cy="34549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710" name="PlaceHolder 3"/>
          <p:cNvSpPr>
            <a:spLocks noGrp="1"/>
          </p:cNvSpPr>
          <p:nvPr>
            <p:ph type="body"/>
          </p:nvPr>
        </p:nvSpPr>
        <p:spPr>
          <a:xfrm>
            <a:off x="4680000" y="1149120"/>
            <a:ext cx="3750120" cy="34549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dk2"/>
        </a:solidFill>
        <a:effectLst/>
      </p:bgPr>
    </p:bg>
    <p:spTree>
      <p:nvGrpSpPr>
        <p:cNvPr id="1" name=""/>
        <p:cNvGrpSpPr/>
        <p:nvPr/>
      </p:nvGrpSpPr>
      <p:grpSpPr>
        <a:xfrm>
          <a:off x="0" y="0"/>
          <a:ext cx="0" cy="0"/>
          <a:chOff x="0" y="0"/>
          <a:chExt cx="0" cy="0"/>
        </a:xfrm>
      </p:grpSpPr>
      <p:grpSp>
        <p:nvGrpSpPr>
          <p:cNvPr id="711" name="Google Shape;83;p3"/>
          <p:cNvGrpSpPr/>
          <p:nvPr/>
        </p:nvGrpSpPr>
        <p:grpSpPr>
          <a:xfrm>
            <a:off x="0" y="0"/>
            <a:ext cx="9143640" cy="5143320"/>
            <a:chOff x="0" y="0"/>
            <a:chExt cx="9143640" cy="5143320"/>
          </a:xfrm>
        </p:grpSpPr>
        <p:sp>
          <p:nvSpPr>
            <p:cNvPr id="712" name="Google Shape;84;p3"/>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85;p3"/>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4" name="Google Shape;86;p3"/>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87;p3"/>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88;p3"/>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89;p3"/>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90;p3"/>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9" name="Google Shape;91;p3"/>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0" name="Google Shape;92;p3"/>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93;p3"/>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94;p3"/>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3" name="Google Shape;95;p3"/>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96;p3"/>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97;p3"/>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98;p3"/>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99;p3"/>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100;p3"/>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101;p3"/>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0" name="Google Shape;102;p3"/>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1" name="Google Shape;103;p3"/>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104;p3"/>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3" name="Google Shape;105;p3"/>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06;p3"/>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5" name="Google Shape;107;p3"/>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108;p3"/>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7" name="Google Shape;109;p3"/>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8" name="Google Shape;110;p3"/>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9" name="Google Shape;111;p3"/>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0" name="Google Shape;112;p3"/>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1" name="Google Shape;113;p3"/>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2" name="Google Shape;114;p3"/>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115;p3"/>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4" name="Google Shape;116;p3"/>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117;p3"/>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6" name="Google Shape;118;p3"/>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7" name="Google Shape;119;p3"/>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8" name="Google Shape;120;p3"/>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9" name="Google Shape;121;p3"/>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22;p3"/>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1" name="Google Shape;123;p3"/>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124;p3"/>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3" name="Google Shape;125;p3"/>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4" name="Google Shape;126;p3"/>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27;p3"/>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6" name="Google Shape;128;p3"/>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7" name="Google Shape;129;p3"/>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8" name="Google Shape;130;p3"/>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31;p3"/>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32;p3"/>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1" name="Google Shape;133;p3"/>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2" name="Google Shape;134;p3"/>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35;p3"/>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36;p3"/>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5" name="Google Shape;137;p3"/>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6" name="Google Shape;138;p3"/>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7" name="Google Shape;139;p3"/>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8" name="Google Shape;140;p3"/>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9" name="Google Shape;141;p3"/>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0" name="Google Shape;142;p3"/>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1" name="Google Shape;143;p3"/>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2" name="Google Shape;144;p3"/>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3" name="Google Shape;145;p3"/>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4" name="Google Shape;146;p3"/>
          <p:cNvGrpSpPr/>
          <p:nvPr/>
        </p:nvGrpSpPr>
        <p:grpSpPr>
          <a:xfrm>
            <a:off x="502560" y="399960"/>
            <a:ext cx="8138880" cy="4343040"/>
            <a:chOff x="502560" y="399960"/>
            <a:chExt cx="8138880" cy="4343040"/>
          </a:xfrm>
        </p:grpSpPr>
        <p:sp>
          <p:nvSpPr>
            <p:cNvPr id="775" name="Google Shape;147;p3"/>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6" name="Google Shape;148;p3"/>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149;p3"/>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8" name="Google Shape;150;p3"/>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9" name="Google Shape;151;p3"/>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80" name="PlaceHolder 1"/>
          <p:cNvSpPr>
            <a:spLocks noGrp="1"/>
          </p:cNvSpPr>
          <p:nvPr>
            <p:ph type="title"/>
          </p:nvPr>
        </p:nvSpPr>
        <p:spPr>
          <a:xfrm>
            <a:off x="1291680" y="2400480"/>
            <a:ext cx="4319640" cy="91548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781" name="PlaceHolder 2"/>
          <p:cNvSpPr>
            <a:spLocks noGrp="1"/>
          </p:cNvSpPr>
          <p:nvPr>
            <p:ph type="title"/>
          </p:nvPr>
        </p:nvSpPr>
        <p:spPr>
          <a:xfrm>
            <a:off x="1291680" y="1241640"/>
            <a:ext cx="1651680" cy="915480"/>
          </a:xfrm>
          <a:prstGeom prst="rect">
            <a:avLst/>
          </a:prstGeom>
          <a:noFill/>
          <a:ln w="0">
            <a:noFill/>
          </a:ln>
        </p:spPr>
        <p:txBody>
          <a:bodyPr lIns="91440" tIns="91440" rIns="91440" bIns="91440" anchor="ctr">
            <a:noAutofit/>
          </a:bodyPr>
          <a:lstStyle/>
          <a:p>
            <a:pPr indent="0">
              <a:lnSpc>
                <a:spcPct val="100000"/>
              </a:lnSpc>
              <a:buNone/>
            </a:pPr>
            <a:r>
              <a:rPr lang="fr-FR" sz="6000" b="1" u="none" strike="noStrike">
                <a:solidFill>
                  <a:schemeClr val="dk1"/>
                </a:solidFill>
                <a:effectLst/>
                <a:uFillTx/>
                <a:latin typeface="Varela Round"/>
                <a:ea typeface="Varela Round"/>
              </a:rPr>
              <a:t>xx%</a:t>
            </a:r>
            <a:endParaRPr lang="fr-FR" sz="6000" b="0" u="none" strike="noStrike">
              <a:solidFill>
                <a:schemeClr val="dk1"/>
              </a:solidFill>
              <a:effectLst/>
              <a:uFillTx/>
              <a:latin typeface="Arial"/>
            </a:endParaRPr>
          </a:p>
        </p:txBody>
      </p:sp>
      <p:sp>
        <p:nvSpPr>
          <p:cNvPr id="782" name="Google Shape;155;p3"/>
          <p:cNvSpPr/>
          <p:nvPr/>
        </p:nvSpPr>
        <p:spPr>
          <a:xfrm>
            <a:off x="1190880" y="487692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156;p3"/>
          <p:cNvSpPr/>
          <p:nvPr/>
        </p:nvSpPr>
        <p:spPr>
          <a:xfrm>
            <a:off x="212760" y="44456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dk2"/>
        </a:solidFill>
        <a:effectLst/>
      </p:bgPr>
    </p:bg>
    <p:spTree>
      <p:nvGrpSpPr>
        <p:cNvPr id="1" name=""/>
        <p:cNvGrpSpPr/>
        <p:nvPr/>
      </p:nvGrpSpPr>
      <p:grpSpPr>
        <a:xfrm>
          <a:off x="0" y="0"/>
          <a:ext cx="0" cy="0"/>
          <a:chOff x="0" y="0"/>
          <a:chExt cx="0" cy="0"/>
        </a:xfrm>
      </p:grpSpPr>
      <p:grpSp>
        <p:nvGrpSpPr>
          <p:cNvPr id="784" name="Google Shape;1260;p21"/>
          <p:cNvGrpSpPr/>
          <p:nvPr/>
        </p:nvGrpSpPr>
        <p:grpSpPr>
          <a:xfrm>
            <a:off x="0" y="0"/>
            <a:ext cx="9143640" cy="5143320"/>
            <a:chOff x="0" y="0"/>
            <a:chExt cx="9143640" cy="5143320"/>
          </a:xfrm>
        </p:grpSpPr>
        <p:sp>
          <p:nvSpPr>
            <p:cNvPr id="785" name="Google Shape;1261;p21"/>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6" name="Google Shape;1262;p21"/>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7" name="Google Shape;1263;p21"/>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8" name="Google Shape;1264;p21"/>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265;p21"/>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266;p21"/>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1" name="Google Shape;1267;p21"/>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2" name="Google Shape;1268;p21"/>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1269;p21"/>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270;p21"/>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5" name="Google Shape;1271;p21"/>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6" name="Google Shape;1272;p21"/>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1273;p21"/>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8" name="Google Shape;1274;p21"/>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9" name="Google Shape;1275;p21"/>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0" name="Google Shape;1276;p21"/>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1" name="Google Shape;1277;p21"/>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2" name="Google Shape;1278;p21"/>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3" name="Google Shape;1279;p21"/>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4" name="Google Shape;1280;p21"/>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5" name="Google Shape;1281;p21"/>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282;p21"/>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7" name="Google Shape;1283;p21"/>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8" name="Google Shape;1284;p21"/>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9" name="Google Shape;1285;p21"/>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0" name="Google Shape;1286;p21"/>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1287;p21"/>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2" name="Google Shape;1288;p21"/>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3" name="Google Shape;1289;p21"/>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4" name="Google Shape;1290;p21"/>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5" name="Google Shape;1291;p21"/>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6" name="Google Shape;1292;p21"/>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1293;p21"/>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8" name="Google Shape;1294;p21"/>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295;p21"/>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296;p21"/>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297;p21"/>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2" name="Google Shape;1298;p21"/>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3" name="Google Shape;1299;p21"/>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300;p21"/>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301;p21"/>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302;p21"/>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7" name="Google Shape;1303;p21"/>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304;p21"/>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305;p21"/>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0" name="Google Shape;1306;p21"/>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307;p21"/>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2" name="Google Shape;1308;p21"/>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309;p21"/>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310;p21"/>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311;p21"/>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6" name="Google Shape;1312;p21"/>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7" name="Google Shape;1313;p21"/>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314;p21"/>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9" name="Google Shape;1315;p21"/>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1316;p21"/>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1" name="Google Shape;1317;p21"/>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2" name="Google Shape;1318;p21"/>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3" name="Google Shape;1319;p21"/>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1320;p21"/>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321;p21"/>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6" name="Google Shape;1322;p21"/>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7" name="Google Shape;1323;p21"/>
          <p:cNvGrpSpPr/>
          <p:nvPr/>
        </p:nvGrpSpPr>
        <p:grpSpPr>
          <a:xfrm>
            <a:off x="173160" y="131040"/>
            <a:ext cx="8796960" cy="4880880"/>
            <a:chOff x="173160" y="131040"/>
            <a:chExt cx="8796960" cy="4880880"/>
          </a:xfrm>
        </p:grpSpPr>
        <p:sp>
          <p:nvSpPr>
            <p:cNvPr id="848" name="Google Shape;1324;p21"/>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9" name="Google Shape;1325;p21"/>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0" name="Google Shape;1326;p21"/>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1" name="Google Shape;1327;p21"/>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2" name="Google Shape;1328;p21"/>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5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dk2"/>
        </a:solidFill>
        <a:effectLst/>
      </p:bgPr>
    </p:bg>
    <p:spTree>
      <p:nvGrpSpPr>
        <p:cNvPr id="1" name=""/>
        <p:cNvGrpSpPr/>
        <p:nvPr/>
      </p:nvGrpSpPr>
      <p:grpSpPr>
        <a:xfrm>
          <a:off x="0" y="0"/>
          <a:ext cx="0" cy="0"/>
          <a:chOff x="0" y="0"/>
          <a:chExt cx="0" cy="0"/>
        </a:xfrm>
      </p:grpSpPr>
      <p:grpSp>
        <p:nvGrpSpPr>
          <p:cNvPr id="854" name="Google Shape;1337;p22"/>
          <p:cNvGrpSpPr/>
          <p:nvPr/>
        </p:nvGrpSpPr>
        <p:grpSpPr>
          <a:xfrm>
            <a:off x="0" y="0"/>
            <a:ext cx="9143640" cy="5143320"/>
            <a:chOff x="0" y="0"/>
            <a:chExt cx="9143640" cy="5143320"/>
          </a:xfrm>
        </p:grpSpPr>
        <p:sp>
          <p:nvSpPr>
            <p:cNvPr id="855" name="Google Shape;1338;p22"/>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6" name="Google Shape;1339;p22"/>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7" name="Google Shape;1340;p22"/>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8" name="Google Shape;1341;p22"/>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9" name="Google Shape;1342;p22"/>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0" name="Google Shape;1343;p22"/>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1" name="Google Shape;1344;p22"/>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2" name="Google Shape;1345;p22"/>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3" name="Google Shape;1346;p22"/>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4" name="Google Shape;1347;p22"/>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5" name="Google Shape;1348;p22"/>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6" name="Google Shape;1349;p22"/>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7" name="Google Shape;1350;p22"/>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8" name="Google Shape;1351;p22"/>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9" name="Google Shape;1352;p22"/>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0" name="Google Shape;1353;p22"/>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1" name="Google Shape;1354;p22"/>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2" name="Google Shape;1355;p22"/>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3" name="Google Shape;1356;p22"/>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4" name="Google Shape;1357;p22"/>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5" name="Google Shape;1358;p22"/>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6" name="Google Shape;1359;p22"/>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360;p22"/>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8" name="Google Shape;1361;p22"/>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9" name="Google Shape;1362;p22"/>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0" name="Google Shape;1363;p22"/>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1" name="Google Shape;1364;p22"/>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365;p22"/>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3" name="Google Shape;1366;p22"/>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4" name="Google Shape;1367;p22"/>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5" name="Google Shape;1368;p22"/>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6" name="Google Shape;1369;p22"/>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370;p22"/>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371;p22"/>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372;p22"/>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373;p22"/>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374;p22"/>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375;p22"/>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376;p22"/>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377;p22"/>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378;p22"/>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6" name="Google Shape;1379;p22"/>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7" name="Google Shape;1380;p22"/>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381;p22"/>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9" name="Google Shape;1382;p22"/>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383;p22"/>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384;p22"/>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2" name="Google Shape;1385;p22"/>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3" name="Google Shape;1386;p22"/>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4" name="Google Shape;1387;p22"/>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5" name="Google Shape;1388;p22"/>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6" name="Google Shape;1389;p22"/>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7" name="Google Shape;1390;p22"/>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8" name="Google Shape;1391;p22"/>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9" name="Google Shape;1392;p22"/>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0" name="Google Shape;1393;p22"/>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1" name="Google Shape;1394;p22"/>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2" name="Google Shape;1395;p22"/>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3" name="Google Shape;1396;p22"/>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4" name="Google Shape;1397;p22"/>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5" name="Google Shape;1398;p22"/>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6" name="Google Shape;1399;p22"/>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17" name="Google Shape;1400;p22"/>
          <p:cNvGrpSpPr/>
          <p:nvPr/>
        </p:nvGrpSpPr>
        <p:grpSpPr>
          <a:xfrm>
            <a:off x="173160" y="131040"/>
            <a:ext cx="8796960" cy="4880880"/>
            <a:chOff x="173160" y="131040"/>
            <a:chExt cx="8796960" cy="4880880"/>
          </a:xfrm>
        </p:grpSpPr>
        <p:sp>
          <p:nvSpPr>
            <p:cNvPr id="918" name="Google Shape;1401;p22"/>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402;p22"/>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403;p22"/>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1" name="Google Shape;1404;p22"/>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2" name="Google Shape;1405;p22"/>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2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dk2"/>
        </a:solidFill>
        <a:effectLst/>
      </p:bgPr>
    </p:bg>
    <p:spTree>
      <p:nvGrpSpPr>
        <p:cNvPr id="1" name=""/>
        <p:cNvGrpSpPr/>
        <p:nvPr/>
      </p:nvGrpSpPr>
      <p:grpSpPr>
        <a:xfrm>
          <a:off x="0" y="0"/>
          <a:ext cx="0" cy="0"/>
          <a:chOff x="0" y="0"/>
          <a:chExt cx="0" cy="0"/>
        </a:xfrm>
      </p:grpSpPr>
      <p:grpSp>
        <p:nvGrpSpPr>
          <p:cNvPr id="924" name="Google Shape;1416;p23"/>
          <p:cNvGrpSpPr/>
          <p:nvPr/>
        </p:nvGrpSpPr>
        <p:grpSpPr>
          <a:xfrm>
            <a:off x="0" y="0"/>
            <a:ext cx="9143640" cy="5143320"/>
            <a:chOff x="0" y="0"/>
            <a:chExt cx="9143640" cy="5143320"/>
          </a:xfrm>
        </p:grpSpPr>
        <p:sp>
          <p:nvSpPr>
            <p:cNvPr id="925" name="Google Shape;1417;p23"/>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6" name="Google Shape;1418;p23"/>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419;p23"/>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420;p23"/>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9" name="Google Shape;1421;p23"/>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0" name="Google Shape;1422;p23"/>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423;p23"/>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424;p23"/>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425;p23"/>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4" name="Google Shape;1426;p23"/>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5" name="Google Shape;1427;p23"/>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6" name="Google Shape;1428;p23"/>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7" name="Google Shape;1429;p23"/>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8" name="Google Shape;1430;p23"/>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431;p23"/>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0" name="Google Shape;1432;p23"/>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1" name="Google Shape;1433;p23"/>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434;p23"/>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435;p23"/>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436;p23"/>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5" name="Google Shape;1437;p23"/>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6" name="Google Shape;1438;p23"/>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7" name="Google Shape;1439;p23"/>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8" name="Google Shape;1440;p23"/>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9" name="Google Shape;1441;p23"/>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0" name="Google Shape;1442;p23"/>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443;p23"/>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2" name="Google Shape;1444;p23"/>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3" name="Google Shape;1445;p23"/>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4" name="Google Shape;1446;p23"/>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5" name="Google Shape;1447;p23"/>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6" name="Google Shape;1448;p23"/>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7" name="Google Shape;1449;p23"/>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450;p23"/>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9" name="Google Shape;1451;p23"/>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0" name="Google Shape;1452;p23"/>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1" name="Google Shape;1453;p23"/>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2" name="Google Shape;1454;p23"/>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3" name="Google Shape;1455;p23"/>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4" name="Google Shape;1456;p23"/>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5" name="Google Shape;1457;p23"/>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6" name="Google Shape;1458;p23"/>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7" name="Google Shape;1459;p23"/>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8" name="Google Shape;1460;p23"/>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9" name="Google Shape;1461;p23"/>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0" name="Google Shape;1462;p23"/>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1" name="Google Shape;1463;p23"/>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2" name="Google Shape;1464;p23"/>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3" name="Google Shape;1465;p23"/>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4" name="Google Shape;1466;p23"/>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5" name="Google Shape;1467;p23"/>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6" name="Google Shape;1468;p23"/>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7" name="Google Shape;1469;p23"/>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470;p23"/>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9" name="Google Shape;1471;p23"/>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0" name="Google Shape;1472;p23"/>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1" name="Google Shape;1473;p23"/>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2" name="Google Shape;1474;p23"/>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3" name="Google Shape;1475;p23"/>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4" name="Google Shape;1476;p23"/>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5" name="Google Shape;1477;p23"/>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6" name="Google Shape;1478;p23"/>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7" name="Google Shape;1479;p23"/>
          <p:cNvGrpSpPr/>
          <p:nvPr/>
        </p:nvGrpSpPr>
        <p:grpSpPr>
          <a:xfrm>
            <a:off x="173160" y="131040"/>
            <a:ext cx="8796960" cy="4880880"/>
            <a:chOff x="173160" y="131040"/>
            <a:chExt cx="8796960" cy="4880880"/>
          </a:xfrm>
        </p:grpSpPr>
        <p:sp>
          <p:nvSpPr>
            <p:cNvPr id="988" name="Google Shape;1480;p23"/>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481;p23"/>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0" name="Google Shape;1482;p23"/>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1" name="Google Shape;1483;p23"/>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2" name="Google Shape;1484;p23"/>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dk2"/>
        </a:solidFill>
        <a:effectLst/>
      </p:bgPr>
    </p:bg>
    <p:spTree>
      <p:nvGrpSpPr>
        <p:cNvPr id="1" name=""/>
        <p:cNvGrpSpPr/>
        <p:nvPr/>
      </p:nvGrpSpPr>
      <p:grpSpPr>
        <a:xfrm>
          <a:off x="0" y="0"/>
          <a:ext cx="0" cy="0"/>
          <a:chOff x="0" y="0"/>
          <a:chExt cx="0" cy="0"/>
        </a:xfrm>
      </p:grpSpPr>
      <p:grpSp>
        <p:nvGrpSpPr>
          <p:cNvPr id="994" name="Google Shape;1499;p24"/>
          <p:cNvGrpSpPr/>
          <p:nvPr/>
        </p:nvGrpSpPr>
        <p:grpSpPr>
          <a:xfrm>
            <a:off x="0" y="0"/>
            <a:ext cx="9143640" cy="5143320"/>
            <a:chOff x="0" y="0"/>
            <a:chExt cx="9143640" cy="5143320"/>
          </a:xfrm>
        </p:grpSpPr>
        <p:sp>
          <p:nvSpPr>
            <p:cNvPr id="995" name="Google Shape;1500;p24"/>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6" name="Google Shape;1501;p24"/>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7" name="Google Shape;1502;p24"/>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8" name="Google Shape;1503;p24"/>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9" name="Google Shape;1504;p24"/>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505;p24"/>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506;p24"/>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2" name="Google Shape;1507;p24"/>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3" name="Google Shape;1508;p24"/>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509;p24"/>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510;p24"/>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6" name="Google Shape;1511;p24"/>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7" name="Google Shape;1512;p24"/>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513;p24"/>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514;p24"/>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515;p24"/>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Google Shape;1516;p24"/>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2" name="Google Shape;1517;p24"/>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3" name="Google Shape;1518;p24"/>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4" name="Google Shape;1519;p24"/>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520;p24"/>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6" name="Google Shape;1521;p24"/>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7" name="Google Shape;1522;p24"/>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8" name="Google Shape;1523;p24"/>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9" name="Google Shape;1524;p24"/>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0" name="Google Shape;1525;p24"/>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1" name="Google Shape;1526;p24"/>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527;p24"/>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528;p24"/>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4" name="Google Shape;1529;p24"/>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5" name="Google Shape;1530;p24"/>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6" name="Google Shape;1531;p24"/>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7" name="Google Shape;1532;p24"/>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8" name="Google Shape;1533;p24"/>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9" name="Google Shape;1534;p24"/>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0" name="Google Shape;1535;p24"/>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1" name="Google Shape;1536;p24"/>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2" name="Google Shape;1537;p24"/>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3" name="Google Shape;1538;p24"/>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539;p24"/>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5" name="Google Shape;1540;p24"/>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6" name="Google Shape;1541;p24"/>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7" name="Google Shape;1542;p24"/>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8" name="Google Shape;1543;p24"/>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9" name="Google Shape;1544;p24"/>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1545;p24"/>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1" name="Google Shape;1546;p24"/>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2" name="Google Shape;1547;p24"/>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3" name="Google Shape;1548;p24"/>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4" name="Google Shape;1549;p24"/>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5" name="Google Shape;1550;p24"/>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6" name="Google Shape;1551;p24"/>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Google Shape;1552;p24"/>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8" name="Google Shape;1553;p24"/>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9" name="Google Shape;1554;p24"/>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0" name="Google Shape;1555;p24"/>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1" name="Google Shape;1556;p24"/>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1557;p24"/>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3" name="Google Shape;1558;p24"/>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4" name="Google Shape;1559;p24"/>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5" name="Google Shape;1560;p24"/>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1561;p24"/>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7" name="Google Shape;1562;p24"/>
          <p:cNvGrpSpPr/>
          <p:nvPr/>
        </p:nvGrpSpPr>
        <p:grpSpPr>
          <a:xfrm>
            <a:off x="502560" y="399960"/>
            <a:ext cx="8138880" cy="4343040"/>
            <a:chOff x="502560" y="399960"/>
            <a:chExt cx="8138880" cy="4343040"/>
          </a:xfrm>
        </p:grpSpPr>
        <p:sp>
          <p:nvSpPr>
            <p:cNvPr id="1058" name="Google Shape;1563;p24"/>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9" name="Google Shape;1564;p24"/>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0" name="Google Shape;1565;p24"/>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1" name="Google Shape;1566;p24"/>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2" name="Google Shape;1567;p24"/>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63" name="PlaceHolder 1"/>
          <p:cNvSpPr>
            <a:spLocks noGrp="1"/>
          </p:cNvSpPr>
          <p:nvPr>
            <p:ph type="title"/>
          </p:nvPr>
        </p:nvSpPr>
        <p:spPr>
          <a:xfrm>
            <a:off x="2223720" y="628200"/>
            <a:ext cx="4696560" cy="768600"/>
          </a:xfrm>
          <a:prstGeom prst="rect">
            <a:avLst/>
          </a:prstGeom>
          <a:noFill/>
          <a:ln w="0">
            <a:noFill/>
          </a:ln>
        </p:spPr>
        <p:txBody>
          <a:bodyPr lIns="91440" tIns="91440" rIns="91440" bIns="91440" anchor="t">
            <a:noAutofit/>
          </a:bodyPr>
          <a:lstStyle/>
          <a:p>
            <a:pPr indent="0" algn="ctr">
              <a:lnSpc>
                <a:spcPct val="100000"/>
              </a:lnSpc>
              <a:buNone/>
            </a:pPr>
            <a:r>
              <a:rPr lang="fr-FR" sz="4500" b="1" u="none" strike="noStrike">
                <a:solidFill>
                  <a:schemeClr val="accent1"/>
                </a:solidFill>
                <a:effectLst/>
                <a:uFillTx/>
                <a:latin typeface="Varela Round"/>
                <a:ea typeface="Varela Round"/>
              </a:rPr>
              <a:t>xx%</a:t>
            </a:r>
            <a:endParaRPr lang="fr-FR" sz="4500" b="0" u="none" strike="noStrike">
              <a:solidFill>
                <a:schemeClr val="dk1"/>
              </a:solidFill>
              <a:effectLst/>
              <a:uFillTx/>
              <a:latin typeface="Arial"/>
            </a:endParaRPr>
          </a:p>
        </p:txBody>
      </p:sp>
      <p:sp>
        <p:nvSpPr>
          <p:cNvPr id="1064" name="PlaceHolder 2"/>
          <p:cNvSpPr>
            <a:spLocks noGrp="1"/>
          </p:cNvSpPr>
          <p:nvPr>
            <p:ph type="title"/>
          </p:nvPr>
        </p:nvSpPr>
        <p:spPr>
          <a:xfrm>
            <a:off x="2223720" y="1980720"/>
            <a:ext cx="4696560" cy="768600"/>
          </a:xfrm>
          <a:prstGeom prst="rect">
            <a:avLst/>
          </a:prstGeom>
          <a:noFill/>
          <a:ln w="0">
            <a:noFill/>
          </a:ln>
        </p:spPr>
        <p:txBody>
          <a:bodyPr lIns="91440" tIns="91440" rIns="91440" bIns="91440" anchor="t">
            <a:noAutofit/>
          </a:bodyPr>
          <a:lstStyle/>
          <a:p>
            <a:pPr indent="0" algn="ctr">
              <a:lnSpc>
                <a:spcPct val="100000"/>
              </a:lnSpc>
              <a:buNone/>
            </a:pPr>
            <a:r>
              <a:rPr lang="fr-FR" sz="4500" b="1" u="none" strike="noStrike">
                <a:solidFill>
                  <a:schemeClr val="accent1"/>
                </a:solidFill>
                <a:effectLst/>
                <a:uFillTx/>
                <a:latin typeface="Varela Round"/>
                <a:ea typeface="Varela Round"/>
              </a:rPr>
              <a:t>xx%</a:t>
            </a:r>
            <a:endParaRPr lang="fr-FR" sz="4500" b="0" u="none" strike="noStrike">
              <a:solidFill>
                <a:schemeClr val="dk1"/>
              </a:solidFill>
              <a:effectLst/>
              <a:uFillTx/>
              <a:latin typeface="Arial"/>
            </a:endParaRPr>
          </a:p>
        </p:txBody>
      </p:sp>
      <p:sp>
        <p:nvSpPr>
          <p:cNvPr id="1065" name="PlaceHolder 3"/>
          <p:cNvSpPr>
            <a:spLocks noGrp="1"/>
          </p:cNvSpPr>
          <p:nvPr>
            <p:ph type="title"/>
          </p:nvPr>
        </p:nvSpPr>
        <p:spPr>
          <a:xfrm>
            <a:off x="2223720" y="3332880"/>
            <a:ext cx="4696560" cy="768600"/>
          </a:xfrm>
          <a:prstGeom prst="rect">
            <a:avLst/>
          </a:prstGeom>
          <a:noFill/>
          <a:ln w="0">
            <a:noFill/>
          </a:ln>
        </p:spPr>
        <p:txBody>
          <a:bodyPr lIns="91440" tIns="91440" rIns="91440" bIns="91440" anchor="t">
            <a:noAutofit/>
          </a:bodyPr>
          <a:lstStyle/>
          <a:p>
            <a:pPr indent="0" algn="ctr">
              <a:lnSpc>
                <a:spcPct val="100000"/>
              </a:lnSpc>
              <a:buNone/>
            </a:pPr>
            <a:r>
              <a:rPr lang="fr-FR" sz="4500" b="1" u="none" strike="noStrike">
                <a:solidFill>
                  <a:schemeClr val="accent1"/>
                </a:solidFill>
                <a:effectLst/>
                <a:uFillTx/>
                <a:latin typeface="Varela Round"/>
                <a:ea typeface="Varela Round"/>
              </a:rPr>
              <a:t>xx%</a:t>
            </a:r>
            <a:endParaRPr lang="fr-FR" sz="4500" b="0" u="none" strike="noStrike">
              <a:solidFill>
                <a:schemeClr val="dk1"/>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8_1">
    <p:bg>
      <p:bgPr>
        <a:solidFill>
          <a:schemeClr val="dk2"/>
        </a:solidFill>
        <a:effectLst/>
      </p:bgPr>
    </p:bg>
    <p:spTree>
      <p:nvGrpSpPr>
        <p:cNvPr id="1" name=""/>
        <p:cNvGrpSpPr/>
        <p:nvPr/>
      </p:nvGrpSpPr>
      <p:grpSpPr>
        <a:xfrm>
          <a:off x="0" y="0"/>
          <a:ext cx="0" cy="0"/>
          <a:chOff x="0" y="0"/>
          <a:chExt cx="0" cy="0"/>
        </a:xfrm>
      </p:grpSpPr>
      <p:grpSp>
        <p:nvGrpSpPr>
          <p:cNvPr id="1066" name="Google Shape;1575;p25"/>
          <p:cNvGrpSpPr/>
          <p:nvPr/>
        </p:nvGrpSpPr>
        <p:grpSpPr>
          <a:xfrm>
            <a:off x="0" y="0"/>
            <a:ext cx="9143640" cy="5143320"/>
            <a:chOff x="0" y="0"/>
            <a:chExt cx="9143640" cy="5143320"/>
          </a:xfrm>
        </p:grpSpPr>
        <p:sp>
          <p:nvSpPr>
            <p:cNvPr id="1067" name="Google Shape;1576;p25"/>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577;p25"/>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1578;p25"/>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0" name="Google Shape;1579;p25"/>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1" name="Google Shape;1580;p25"/>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2" name="Google Shape;1581;p25"/>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582;p25"/>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583;p25"/>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584;p25"/>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6" name="Google Shape;1585;p25"/>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7" name="Google Shape;1586;p25"/>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8" name="Google Shape;1587;p25"/>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9" name="Google Shape;1588;p25"/>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0" name="Google Shape;1589;p25"/>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1" name="Google Shape;1590;p25"/>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2" name="Google Shape;1591;p25"/>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3" name="Google Shape;1592;p25"/>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4" name="Google Shape;1593;p25"/>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1594;p25"/>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6" name="Google Shape;1595;p25"/>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596;p25"/>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8" name="Google Shape;1597;p25"/>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9" name="Google Shape;1598;p25"/>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0" name="Google Shape;1599;p25"/>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1" name="Google Shape;1600;p25"/>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1601;p25"/>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3" name="Google Shape;1602;p25"/>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4" name="Google Shape;1603;p25"/>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5" name="Google Shape;1604;p25"/>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6" name="Google Shape;1605;p25"/>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7" name="Google Shape;1606;p25"/>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8" name="Google Shape;1607;p25"/>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9" name="Google Shape;1608;p25"/>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0" name="Google Shape;1609;p25"/>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1" name="Google Shape;1610;p25"/>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2" name="Google Shape;1611;p25"/>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3" name="Google Shape;1612;p25"/>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4" name="Google Shape;1613;p25"/>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5" name="Google Shape;1614;p25"/>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6" name="Google Shape;1615;p25"/>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7" name="Google Shape;1616;p25"/>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1617;p25"/>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1618;p25"/>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0" name="Google Shape;1619;p25"/>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1" name="Google Shape;1620;p25"/>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2" name="Google Shape;1621;p25"/>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3" name="Google Shape;1622;p25"/>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4" name="Google Shape;1623;p25"/>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5" name="Google Shape;1624;p25"/>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6" name="Google Shape;1625;p25"/>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7" name="Google Shape;1626;p25"/>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8" name="Google Shape;1627;p25"/>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9" name="Google Shape;1628;p25"/>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0" name="Google Shape;1629;p25"/>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1" name="Google Shape;1630;p25"/>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2" name="Google Shape;1631;p25"/>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3" name="Google Shape;1632;p25"/>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4" name="Google Shape;1633;p25"/>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5" name="Google Shape;1634;p25"/>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6" name="Google Shape;1635;p25"/>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7" name="Google Shape;1636;p25"/>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8" name="Google Shape;1637;p25"/>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9" name="Google Shape;1638;p25"/>
          <p:cNvGrpSpPr/>
          <p:nvPr/>
        </p:nvGrpSpPr>
        <p:grpSpPr>
          <a:xfrm>
            <a:off x="173160" y="131040"/>
            <a:ext cx="8796960" cy="4880880"/>
            <a:chOff x="173160" y="131040"/>
            <a:chExt cx="8796960" cy="4880880"/>
          </a:xfrm>
        </p:grpSpPr>
        <p:sp>
          <p:nvSpPr>
            <p:cNvPr id="1130" name="Google Shape;1639;p25"/>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1640;p25"/>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1641;p25"/>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3" name="Google Shape;1642;p25"/>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4" name="Google Shape;1643;p25"/>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35" name="PlaceHolder 1"/>
          <p:cNvSpPr>
            <a:spLocks noGrp="1"/>
          </p:cNvSpPr>
          <p:nvPr>
            <p:ph type="title"/>
          </p:nvPr>
        </p:nvSpPr>
        <p:spPr>
          <a:xfrm>
            <a:off x="1325520" y="1962000"/>
            <a:ext cx="1398600" cy="406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accent1"/>
                </a:solidFill>
                <a:effectLst/>
                <a:uFillTx/>
                <a:latin typeface="Varela Round"/>
                <a:ea typeface="Varela Round"/>
              </a:rPr>
              <a:t>xx%</a:t>
            </a:r>
            <a:endParaRPr lang="fr-FR" sz="3000" b="0" u="none" strike="noStrike">
              <a:solidFill>
                <a:schemeClr val="dk1"/>
              </a:solidFill>
              <a:effectLst/>
              <a:uFillTx/>
              <a:latin typeface="Arial"/>
            </a:endParaRPr>
          </a:p>
        </p:txBody>
      </p:sp>
      <p:sp>
        <p:nvSpPr>
          <p:cNvPr id="1136" name="PlaceHolder 2"/>
          <p:cNvSpPr>
            <a:spLocks noGrp="1"/>
          </p:cNvSpPr>
          <p:nvPr>
            <p:ph type="title"/>
          </p:nvPr>
        </p:nvSpPr>
        <p:spPr>
          <a:xfrm>
            <a:off x="387324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accent1"/>
                </a:solidFill>
                <a:effectLst/>
                <a:uFillTx/>
                <a:latin typeface="Varela Round"/>
                <a:ea typeface="Varela Round"/>
              </a:rPr>
              <a:t>xx%</a:t>
            </a:r>
            <a:endParaRPr lang="fr-FR" sz="3000" b="0" u="none" strike="noStrike">
              <a:solidFill>
                <a:schemeClr val="dk1"/>
              </a:solidFill>
              <a:effectLst/>
              <a:uFillTx/>
              <a:latin typeface="Arial"/>
            </a:endParaRPr>
          </a:p>
        </p:txBody>
      </p:sp>
      <p:sp>
        <p:nvSpPr>
          <p:cNvPr id="1137" name="PlaceHolder 3"/>
          <p:cNvSpPr>
            <a:spLocks noGrp="1"/>
          </p:cNvSpPr>
          <p:nvPr>
            <p:ph type="title"/>
          </p:nvPr>
        </p:nvSpPr>
        <p:spPr>
          <a:xfrm>
            <a:off x="6419880" y="1962000"/>
            <a:ext cx="1397520" cy="406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accent1"/>
                </a:solidFill>
                <a:effectLst/>
                <a:uFillTx/>
                <a:latin typeface="Varela Round"/>
                <a:ea typeface="Varela Round"/>
              </a:rPr>
              <a:t>xx%</a:t>
            </a:r>
            <a:endParaRPr lang="fr-FR" sz="3000" b="0" u="none" strike="noStrike">
              <a:solidFill>
                <a:schemeClr val="dk1"/>
              </a:solidFill>
              <a:effectLst/>
              <a:uFillTx/>
              <a:latin typeface="Arial"/>
            </a:endParaRPr>
          </a:p>
        </p:txBody>
      </p:sp>
      <p:sp>
        <p:nvSpPr>
          <p:cNvPr id="1138" name="PlaceHolder 4"/>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8_1_1">
    <p:bg>
      <p:bgPr>
        <a:solidFill>
          <a:schemeClr val="dk2"/>
        </a:solidFill>
        <a:effectLst/>
      </p:bgPr>
    </p:bg>
    <p:spTree>
      <p:nvGrpSpPr>
        <p:cNvPr id="1" name=""/>
        <p:cNvGrpSpPr/>
        <p:nvPr/>
      </p:nvGrpSpPr>
      <p:grpSpPr>
        <a:xfrm>
          <a:off x="0" y="0"/>
          <a:ext cx="0" cy="0"/>
          <a:chOff x="0" y="0"/>
          <a:chExt cx="0" cy="0"/>
        </a:xfrm>
      </p:grpSpPr>
      <p:grpSp>
        <p:nvGrpSpPr>
          <p:cNvPr id="1139" name="Google Shape;1655;p26"/>
          <p:cNvGrpSpPr/>
          <p:nvPr/>
        </p:nvGrpSpPr>
        <p:grpSpPr>
          <a:xfrm>
            <a:off x="0" y="0"/>
            <a:ext cx="9143640" cy="5143320"/>
            <a:chOff x="0" y="0"/>
            <a:chExt cx="9143640" cy="5143320"/>
          </a:xfrm>
        </p:grpSpPr>
        <p:sp>
          <p:nvSpPr>
            <p:cNvPr id="1140" name="Google Shape;1656;p26"/>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1" name="Google Shape;1657;p26"/>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658;p26"/>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3" name="Google Shape;1659;p26"/>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4" name="Google Shape;1660;p26"/>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5" name="Google Shape;1661;p26"/>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6" name="Google Shape;1662;p26"/>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7" name="Google Shape;1663;p26"/>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8" name="Google Shape;1664;p26"/>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9" name="Google Shape;1665;p26"/>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0" name="Google Shape;1666;p26"/>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1" name="Google Shape;1667;p26"/>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2" name="Google Shape;1668;p26"/>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3" name="Google Shape;1669;p26"/>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4" name="Google Shape;1670;p26"/>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5" name="Google Shape;1671;p26"/>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6" name="Google Shape;1672;p26"/>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7" name="Google Shape;1673;p26"/>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8" name="Google Shape;1674;p26"/>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9" name="Google Shape;1675;p26"/>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0" name="Google Shape;1676;p26"/>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1" name="Google Shape;1677;p26"/>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2" name="Google Shape;1678;p26"/>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3" name="Google Shape;1679;p26"/>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4" name="Google Shape;1680;p26"/>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5" name="Google Shape;1681;p26"/>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6" name="Google Shape;1682;p26"/>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7" name="Google Shape;1683;p26"/>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8" name="Google Shape;1684;p26"/>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9" name="Google Shape;1685;p26"/>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0" name="Google Shape;1686;p26"/>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1" name="Google Shape;1687;p26"/>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2" name="Google Shape;1688;p26"/>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3" name="Google Shape;1689;p26"/>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4" name="Google Shape;1690;p26"/>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5" name="Google Shape;1691;p26"/>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6" name="Google Shape;1692;p26"/>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7" name="Google Shape;1693;p26"/>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8" name="Google Shape;1694;p26"/>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9" name="Google Shape;1695;p26"/>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0" name="Google Shape;1696;p26"/>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1" name="Google Shape;1697;p26"/>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2" name="Google Shape;1698;p26"/>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3" name="Google Shape;1699;p26"/>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4" name="Google Shape;1700;p26"/>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5" name="Google Shape;1701;p26"/>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6" name="Google Shape;1702;p26"/>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7" name="Google Shape;1703;p26"/>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8" name="Google Shape;1704;p26"/>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9" name="Google Shape;1705;p26"/>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0" name="Google Shape;1706;p26"/>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1" name="Google Shape;1707;p26"/>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2" name="Google Shape;1708;p26"/>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3" name="Google Shape;1709;p26"/>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4" name="Google Shape;1710;p26"/>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5" name="Google Shape;1711;p26"/>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6" name="Google Shape;1712;p26"/>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7" name="Google Shape;1713;p26"/>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8" name="Google Shape;1714;p26"/>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9" name="Google Shape;1715;p26"/>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0" name="Google Shape;1716;p26"/>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1" name="Google Shape;1717;p26"/>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02" name="Google Shape;1718;p26"/>
          <p:cNvGrpSpPr/>
          <p:nvPr/>
        </p:nvGrpSpPr>
        <p:grpSpPr>
          <a:xfrm>
            <a:off x="173160" y="131040"/>
            <a:ext cx="8796960" cy="4880880"/>
            <a:chOff x="173160" y="131040"/>
            <a:chExt cx="8796960" cy="4880880"/>
          </a:xfrm>
        </p:grpSpPr>
        <p:sp>
          <p:nvSpPr>
            <p:cNvPr id="1203" name="Google Shape;1719;p26"/>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4" name="Google Shape;1720;p26"/>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721;p26"/>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6" name="Google Shape;1722;p26"/>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7" name="Google Shape;1723;p26"/>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0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4_2">
    <p:bg>
      <p:bgPr>
        <a:solidFill>
          <a:schemeClr val="dk2"/>
        </a:solidFill>
        <a:effectLst/>
      </p:bgPr>
    </p:bg>
    <p:spTree>
      <p:nvGrpSpPr>
        <p:cNvPr id="1" name=""/>
        <p:cNvGrpSpPr/>
        <p:nvPr/>
      </p:nvGrpSpPr>
      <p:grpSpPr>
        <a:xfrm>
          <a:off x="0" y="0"/>
          <a:ext cx="0" cy="0"/>
          <a:chOff x="0" y="0"/>
          <a:chExt cx="0" cy="0"/>
        </a:xfrm>
      </p:grpSpPr>
      <p:grpSp>
        <p:nvGrpSpPr>
          <p:cNvPr id="1209" name="Google Shape;1730;p27"/>
          <p:cNvGrpSpPr/>
          <p:nvPr/>
        </p:nvGrpSpPr>
        <p:grpSpPr>
          <a:xfrm>
            <a:off x="0" y="0"/>
            <a:ext cx="9143640" cy="5143320"/>
            <a:chOff x="0" y="0"/>
            <a:chExt cx="9143640" cy="5143320"/>
          </a:xfrm>
        </p:grpSpPr>
        <p:sp>
          <p:nvSpPr>
            <p:cNvPr id="1210" name="Google Shape;1731;p27"/>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1" name="Google Shape;1732;p27"/>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2" name="Google Shape;1733;p27"/>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3" name="Google Shape;1734;p27"/>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4" name="Google Shape;1735;p27"/>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5" name="Google Shape;1736;p27"/>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6" name="Google Shape;1737;p27"/>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7" name="Google Shape;1738;p27"/>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8" name="Google Shape;1739;p27"/>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9" name="Google Shape;1740;p27"/>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0" name="Google Shape;1741;p27"/>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1" name="Google Shape;1742;p27"/>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2" name="Google Shape;1743;p27"/>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3" name="Google Shape;1744;p27"/>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4" name="Google Shape;1745;p27"/>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5" name="Google Shape;1746;p27"/>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6" name="Google Shape;1747;p27"/>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7" name="Google Shape;1748;p27"/>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8" name="Google Shape;1749;p27"/>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9" name="Google Shape;1750;p27"/>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0" name="Google Shape;1751;p27"/>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1" name="Google Shape;1752;p27"/>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2" name="Google Shape;1753;p27"/>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3" name="Google Shape;1754;p27"/>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4" name="Google Shape;1755;p27"/>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5" name="Google Shape;1756;p27"/>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6" name="Google Shape;1757;p27"/>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7" name="Google Shape;1758;p27"/>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8" name="Google Shape;1759;p27"/>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9" name="Google Shape;1760;p27"/>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0" name="Google Shape;1761;p27"/>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1" name="Google Shape;1762;p27"/>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2" name="Google Shape;1763;p27"/>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3" name="Google Shape;1764;p27"/>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4" name="Google Shape;1765;p27"/>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5" name="Google Shape;1766;p27"/>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6" name="Google Shape;1767;p27"/>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7" name="Google Shape;1768;p27"/>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8" name="Google Shape;1769;p27"/>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9" name="Google Shape;1770;p27"/>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0" name="Google Shape;1771;p27"/>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1" name="Google Shape;1772;p27"/>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2" name="Google Shape;1773;p27"/>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3" name="Google Shape;1774;p27"/>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4" name="Google Shape;1775;p27"/>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5" name="Google Shape;1776;p27"/>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6" name="Google Shape;1777;p27"/>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7" name="Google Shape;1778;p27"/>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8" name="Google Shape;1779;p27"/>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9" name="Google Shape;1780;p27"/>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0" name="Google Shape;1781;p27"/>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782;p27"/>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783;p27"/>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3" name="Google Shape;1784;p27"/>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4" name="Google Shape;1785;p27"/>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786;p27"/>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787;p27"/>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7" name="Google Shape;1788;p27"/>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8" name="Google Shape;1789;p27"/>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790;p27"/>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791;p27"/>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1" name="Google Shape;1792;p27"/>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72" name="Google Shape;1793;p27"/>
          <p:cNvGrpSpPr/>
          <p:nvPr/>
        </p:nvGrpSpPr>
        <p:grpSpPr>
          <a:xfrm>
            <a:off x="502560" y="399960"/>
            <a:ext cx="8138880" cy="4343040"/>
            <a:chOff x="502560" y="399960"/>
            <a:chExt cx="8138880" cy="4343040"/>
          </a:xfrm>
        </p:grpSpPr>
        <p:sp>
          <p:nvSpPr>
            <p:cNvPr id="1273" name="Google Shape;1794;p27"/>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4" name="Google Shape;1795;p27"/>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5" name="Google Shape;1796;p27"/>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1797;p27"/>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7" name="Google Shape;1798;p27"/>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78" name="PlaceHolder 1"/>
          <p:cNvSpPr>
            <a:spLocks noGrp="1"/>
          </p:cNvSpPr>
          <p:nvPr>
            <p:ph type="title"/>
          </p:nvPr>
        </p:nvSpPr>
        <p:spPr>
          <a:xfrm>
            <a:off x="1024920" y="1789920"/>
            <a:ext cx="3597480" cy="11725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27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dk2"/>
        </a:solidFill>
        <a:effectLst/>
      </p:bgPr>
    </p:bg>
    <p:spTree>
      <p:nvGrpSpPr>
        <p:cNvPr id="1" name=""/>
        <p:cNvGrpSpPr/>
        <p:nvPr/>
      </p:nvGrpSpPr>
      <p:grpSpPr>
        <a:xfrm>
          <a:off x="0" y="0"/>
          <a:ext cx="0" cy="0"/>
          <a:chOff x="0" y="0"/>
          <a:chExt cx="0" cy="0"/>
        </a:xfrm>
      </p:grpSpPr>
      <p:grpSp>
        <p:nvGrpSpPr>
          <p:cNvPr id="1280" name="Google Shape;1802;p28"/>
          <p:cNvGrpSpPr/>
          <p:nvPr/>
        </p:nvGrpSpPr>
        <p:grpSpPr>
          <a:xfrm>
            <a:off x="0" y="0"/>
            <a:ext cx="9143640" cy="5143320"/>
            <a:chOff x="0" y="0"/>
            <a:chExt cx="9143640" cy="5143320"/>
          </a:xfrm>
        </p:grpSpPr>
        <p:sp>
          <p:nvSpPr>
            <p:cNvPr id="1281" name="Google Shape;1803;p28"/>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2" name="Google Shape;1804;p28"/>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3" name="Google Shape;1805;p28"/>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4" name="Google Shape;1806;p28"/>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5" name="Google Shape;1807;p28"/>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6" name="Google Shape;1808;p28"/>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7" name="Google Shape;1809;p28"/>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8" name="Google Shape;1810;p28"/>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9" name="Google Shape;1811;p28"/>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0" name="Google Shape;1812;p28"/>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1" name="Google Shape;1813;p28"/>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2" name="Google Shape;1814;p28"/>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3" name="Google Shape;1815;p28"/>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4" name="Google Shape;1816;p28"/>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5" name="Google Shape;1817;p28"/>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6" name="Google Shape;1818;p28"/>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7" name="Google Shape;1819;p28"/>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8" name="Google Shape;1820;p28"/>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9" name="Google Shape;1821;p28"/>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0" name="Google Shape;1822;p28"/>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1" name="Google Shape;1823;p28"/>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2" name="Google Shape;1824;p28"/>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3" name="Google Shape;1825;p28"/>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4" name="Google Shape;1826;p28"/>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5" name="Google Shape;1827;p28"/>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6" name="Google Shape;1828;p28"/>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7" name="Google Shape;1829;p28"/>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8" name="Google Shape;1830;p28"/>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9" name="Google Shape;1831;p28"/>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0" name="Google Shape;1832;p28"/>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1" name="Google Shape;1833;p28"/>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2" name="Google Shape;1834;p28"/>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3" name="Google Shape;1835;p28"/>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4" name="Google Shape;1836;p28"/>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5" name="Google Shape;1837;p28"/>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6" name="Google Shape;1838;p28"/>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7" name="Google Shape;1839;p28"/>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8" name="Google Shape;1840;p28"/>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9" name="Google Shape;1841;p28"/>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0" name="Google Shape;1842;p28"/>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1" name="Google Shape;1843;p28"/>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2" name="Google Shape;1844;p28"/>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1845;p28"/>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1846;p28"/>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5" name="Google Shape;1847;p28"/>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6" name="Google Shape;1848;p28"/>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1849;p28"/>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1850;p28"/>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9" name="Google Shape;1851;p28"/>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0" name="Google Shape;1852;p28"/>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1" name="Google Shape;1853;p28"/>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2" name="Google Shape;1854;p28"/>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3" name="Google Shape;1855;p28"/>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4" name="Google Shape;1856;p28"/>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5" name="Google Shape;1857;p28"/>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1858;p28"/>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1859;p28"/>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1860;p28"/>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9" name="Google Shape;1861;p28"/>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0" name="Google Shape;1862;p28"/>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1" name="Google Shape;1863;p28"/>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2" name="Google Shape;1864;p28"/>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3" name="Google Shape;1865;p28"/>
          <p:cNvGrpSpPr/>
          <p:nvPr/>
        </p:nvGrpSpPr>
        <p:grpSpPr>
          <a:xfrm>
            <a:off x="192240" y="135720"/>
            <a:ext cx="8759160" cy="4872240"/>
            <a:chOff x="192240" y="135720"/>
            <a:chExt cx="8759160" cy="4872240"/>
          </a:xfrm>
        </p:grpSpPr>
        <p:sp>
          <p:nvSpPr>
            <p:cNvPr id="1344" name="Google Shape;1866;p28"/>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5" name="Google Shape;1867;p28"/>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6" name="Google Shape;1868;p28"/>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7" name="Google Shape;1869;p28"/>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8" name="Google Shape;1870;p28"/>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49" name="PlaceHolder 1"/>
          <p:cNvSpPr>
            <a:spLocks noGrp="1"/>
          </p:cNvSpPr>
          <p:nvPr>
            <p:ph type="title"/>
          </p:nvPr>
        </p:nvSpPr>
        <p:spPr>
          <a:xfrm>
            <a:off x="720000" y="2173680"/>
            <a:ext cx="7703640" cy="7128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dk2"/>
        </a:solidFill>
        <a:effectLst/>
      </p:bgPr>
    </p:bg>
    <p:spTree>
      <p:nvGrpSpPr>
        <p:cNvPr id="1" name=""/>
        <p:cNvGrpSpPr/>
        <p:nvPr/>
      </p:nvGrpSpPr>
      <p:grpSpPr>
        <a:xfrm>
          <a:off x="0" y="0"/>
          <a:ext cx="0" cy="0"/>
          <a:chOff x="0" y="0"/>
          <a:chExt cx="0" cy="0"/>
        </a:xfrm>
      </p:grpSpPr>
      <p:grpSp>
        <p:nvGrpSpPr>
          <p:cNvPr id="1350" name="Google Shape;1873;p29"/>
          <p:cNvGrpSpPr/>
          <p:nvPr/>
        </p:nvGrpSpPr>
        <p:grpSpPr>
          <a:xfrm>
            <a:off x="0" y="0"/>
            <a:ext cx="9143640" cy="5143320"/>
            <a:chOff x="0" y="0"/>
            <a:chExt cx="9143640" cy="5143320"/>
          </a:xfrm>
        </p:grpSpPr>
        <p:sp>
          <p:nvSpPr>
            <p:cNvPr id="1351" name="Google Shape;1874;p29"/>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1875;p29"/>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3" name="Google Shape;1876;p29"/>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4" name="Google Shape;1877;p29"/>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5" name="Google Shape;1878;p29"/>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6" name="Google Shape;1879;p29"/>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7" name="Google Shape;1880;p29"/>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8" name="Google Shape;1881;p29"/>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9" name="Google Shape;1882;p29"/>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0" name="Google Shape;1883;p29"/>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1" name="Google Shape;1884;p29"/>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2" name="Google Shape;1885;p29"/>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3" name="Google Shape;1886;p29"/>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4" name="Google Shape;1887;p29"/>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5" name="Google Shape;1888;p29"/>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6" name="Google Shape;1889;p29"/>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7" name="Google Shape;1890;p29"/>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8" name="Google Shape;1891;p29"/>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9" name="Google Shape;1892;p29"/>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0" name="Google Shape;1893;p29"/>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1" name="Google Shape;1894;p29"/>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2" name="Google Shape;1895;p29"/>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3" name="Google Shape;1896;p29"/>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4" name="Google Shape;1897;p29"/>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5" name="Google Shape;1898;p29"/>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6" name="Google Shape;1899;p29"/>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7" name="Google Shape;1900;p29"/>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1901;p29"/>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1902;p29"/>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1903;p29"/>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1" name="Google Shape;1904;p29"/>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2" name="Google Shape;1905;p29"/>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1906;p29"/>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4" name="Google Shape;1907;p29"/>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5" name="Google Shape;1908;p29"/>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1909;p29"/>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1910;p29"/>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1911;p29"/>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9" name="Google Shape;1912;p29"/>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0" name="Google Shape;1913;p29"/>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1914;p29"/>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1915;p29"/>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3" name="Google Shape;1916;p29"/>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4" name="Google Shape;1917;p29"/>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5" name="Google Shape;1918;p29"/>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6" name="Google Shape;1919;p29"/>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7" name="Google Shape;1920;p29"/>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8" name="Google Shape;1921;p29"/>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9" name="Google Shape;1922;p29"/>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0" name="Google Shape;1923;p29"/>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1" name="Google Shape;1924;p29"/>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2" name="Google Shape;1925;p29"/>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3" name="Google Shape;1926;p29"/>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4" name="Google Shape;1927;p29"/>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5" name="Google Shape;1928;p29"/>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6" name="Google Shape;1929;p29"/>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7" name="Google Shape;1930;p29"/>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8" name="Google Shape;1931;p29"/>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9" name="Google Shape;1932;p29"/>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0" name="Google Shape;1933;p29"/>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1" name="Google Shape;1934;p29"/>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2" name="Google Shape;1935;p29"/>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13" name="Google Shape;1936;p29"/>
          <p:cNvGrpSpPr/>
          <p:nvPr/>
        </p:nvGrpSpPr>
        <p:grpSpPr>
          <a:xfrm>
            <a:off x="502560" y="399960"/>
            <a:ext cx="8138880" cy="4343040"/>
            <a:chOff x="502560" y="399960"/>
            <a:chExt cx="8138880" cy="4343040"/>
          </a:xfrm>
        </p:grpSpPr>
        <p:sp>
          <p:nvSpPr>
            <p:cNvPr id="1414" name="Google Shape;1937;p29"/>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5" name="Google Shape;1938;p29"/>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6" name="Google Shape;1939;p29"/>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7" name="Google Shape;1940;p29"/>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8" name="Google Shape;1941;p29"/>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19" name="PlaceHolder 1"/>
          <p:cNvSpPr>
            <a:spLocks noGrp="1"/>
          </p:cNvSpPr>
          <p:nvPr>
            <p:ph type="title"/>
          </p:nvPr>
        </p:nvSpPr>
        <p:spPr>
          <a:xfrm>
            <a:off x="2347920" y="677520"/>
            <a:ext cx="4447800" cy="1058400"/>
          </a:xfrm>
          <a:prstGeom prst="rect">
            <a:avLst/>
          </a:prstGeom>
          <a:noFill/>
          <a:ln w="0">
            <a:noFill/>
          </a:ln>
        </p:spPr>
        <p:txBody>
          <a:bodyPr lIns="91440" tIns="91440" rIns="91440" bIns="91440" anchor="t">
            <a:noAutofit/>
          </a:bodyPr>
          <a:lstStyle/>
          <a:p>
            <a:pPr indent="0">
              <a:buNone/>
            </a:pPr>
            <a:r>
              <a:rPr lang="fr-FR" sz="7200" b="0" u="none" strike="noStrike">
                <a:solidFill>
                  <a:schemeClr val="dk1"/>
                </a:solidFill>
                <a:effectLst/>
                <a:uFillTx/>
                <a:latin typeface="Arial"/>
              </a:rPr>
              <a:t>Click to edit the title text format</a:t>
            </a:r>
          </a:p>
        </p:txBody>
      </p:sp>
      <p:sp>
        <p:nvSpPr>
          <p:cNvPr id="1420" name="Google Shape;1944;p29"/>
          <p:cNvSpPr/>
          <p:nvPr/>
        </p:nvSpPr>
        <p:spPr>
          <a:xfrm>
            <a:off x="1991880" y="3611880"/>
            <a:ext cx="51595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1" u="none" strike="noStrike">
                <a:solidFill>
                  <a:schemeClr val="dk1"/>
                </a:solidFill>
                <a:effectLst/>
                <a:uFillTx/>
                <a:latin typeface="Varela Round"/>
                <a:ea typeface="Varela Round"/>
              </a:rPr>
              <a:t>CREDITS:</a:t>
            </a:r>
            <a:r>
              <a:rPr lang="en" sz="1200" b="0" u="none" strike="noStrike">
                <a:solidFill>
                  <a:schemeClr val="dk1"/>
                </a:solidFill>
                <a:effectLst/>
                <a:uFillTx/>
                <a:latin typeface="Varela Round"/>
                <a:ea typeface="Varela Round"/>
              </a:rPr>
              <a:t> This presentation template was created by </a:t>
            </a:r>
            <a:r>
              <a:rPr lang="en" sz="1200" b="1" u="sng" strike="noStrike">
                <a:solidFill>
                  <a:schemeClr val="hlink"/>
                </a:solidFill>
                <a:effectLst/>
                <a:uFillTx/>
                <a:latin typeface="Varela Round"/>
                <a:ea typeface="Varela Round"/>
                <a:hlinkClick r:id="rId2"/>
              </a:rPr>
              <a:t>Slidesgo</a:t>
            </a:r>
            <a:r>
              <a:rPr lang="en" sz="1200" b="0" u="none" strike="noStrike">
                <a:solidFill>
                  <a:schemeClr val="dk1"/>
                </a:solidFill>
                <a:effectLst/>
                <a:uFillTx/>
                <a:latin typeface="Varela Round"/>
                <a:ea typeface="Varela Round"/>
              </a:rPr>
              <a:t>, and includes icons, infographics &amp; images by </a:t>
            </a:r>
            <a:r>
              <a:rPr lang="en" sz="1200" b="1" u="sng" strike="noStrike">
                <a:solidFill>
                  <a:schemeClr val="dk1"/>
                </a:solidFill>
                <a:effectLst/>
                <a:uFillTx/>
                <a:latin typeface="Varela Round"/>
                <a:ea typeface="Varela Round"/>
                <a:hlinkClick r:id="rId3"/>
              </a:rPr>
              <a:t>Freepik</a:t>
            </a:r>
            <a:r>
              <a:rPr lang="en" sz="1200" b="0" u="sng" strike="noStrike">
                <a:solidFill>
                  <a:schemeClr val="dk1"/>
                </a:solidFill>
                <a:effectLst/>
                <a:uFillTx/>
                <a:latin typeface="Varela Round"/>
                <a:ea typeface="Varela Round"/>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dk2"/>
        </a:solidFill>
        <a:effectLst/>
      </p:bgPr>
    </p:bg>
    <p:spTree>
      <p:nvGrpSpPr>
        <p:cNvPr id="1" name=""/>
        <p:cNvGrpSpPr/>
        <p:nvPr/>
      </p:nvGrpSpPr>
      <p:grpSpPr>
        <a:xfrm>
          <a:off x="0" y="0"/>
          <a:ext cx="0" cy="0"/>
          <a:chOff x="0" y="0"/>
          <a:chExt cx="0" cy="0"/>
        </a:xfrm>
      </p:grpSpPr>
      <p:grpSp>
        <p:nvGrpSpPr>
          <p:cNvPr id="1421" name="Google Shape;1946;p30"/>
          <p:cNvGrpSpPr/>
          <p:nvPr/>
        </p:nvGrpSpPr>
        <p:grpSpPr>
          <a:xfrm>
            <a:off x="0" y="0"/>
            <a:ext cx="9143640" cy="5143320"/>
            <a:chOff x="0" y="0"/>
            <a:chExt cx="9143640" cy="5143320"/>
          </a:xfrm>
        </p:grpSpPr>
        <p:sp>
          <p:nvSpPr>
            <p:cNvPr id="1422" name="Google Shape;1947;p30"/>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1948;p30"/>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4" name="Google Shape;1949;p30"/>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5" name="Google Shape;1950;p30"/>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6" name="Google Shape;1951;p30"/>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7" name="Google Shape;1952;p30"/>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8" name="Google Shape;1953;p30"/>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9" name="Google Shape;1954;p30"/>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0" name="Google Shape;1955;p30"/>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1" name="Google Shape;1956;p30"/>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2" name="Google Shape;1957;p30"/>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3" name="Google Shape;1958;p30"/>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4" name="Google Shape;1959;p30"/>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5" name="Google Shape;1960;p30"/>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6" name="Google Shape;1961;p30"/>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7" name="Google Shape;1962;p30"/>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8" name="Google Shape;1963;p30"/>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9" name="Google Shape;1964;p30"/>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0" name="Google Shape;1965;p30"/>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1" name="Google Shape;1966;p30"/>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2" name="Google Shape;1967;p30"/>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3" name="Google Shape;1968;p30"/>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4" name="Google Shape;1969;p30"/>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5" name="Google Shape;1970;p30"/>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6" name="Google Shape;1971;p30"/>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7" name="Google Shape;1972;p30"/>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8" name="Google Shape;1973;p30"/>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9" name="Google Shape;1974;p30"/>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0" name="Google Shape;1975;p30"/>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1" name="Google Shape;1976;p30"/>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2" name="Google Shape;1977;p30"/>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3" name="Google Shape;1978;p30"/>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4" name="Google Shape;1979;p30"/>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5" name="Google Shape;1980;p30"/>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6" name="Google Shape;1981;p30"/>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7" name="Google Shape;1982;p30"/>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8" name="Google Shape;1983;p30"/>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9" name="Google Shape;1984;p30"/>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0" name="Google Shape;1985;p30"/>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1" name="Google Shape;1986;p30"/>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2" name="Google Shape;1987;p30"/>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3" name="Google Shape;1988;p30"/>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4" name="Google Shape;1989;p30"/>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5" name="Google Shape;1990;p30"/>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6" name="Google Shape;1991;p30"/>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7" name="Google Shape;1992;p30"/>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8" name="Google Shape;1993;p30"/>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69" name="Google Shape;1994;p30"/>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0" name="Google Shape;1995;p30"/>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1" name="Google Shape;1996;p30"/>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2" name="Google Shape;1997;p30"/>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3" name="Google Shape;1998;p30"/>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4" name="Google Shape;1999;p30"/>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5" name="Google Shape;2000;p30"/>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6" name="Google Shape;2001;p30"/>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7" name="Google Shape;2002;p30"/>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8" name="Google Shape;2003;p30"/>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9" name="Google Shape;2004;p30"/>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0" name="Google Shape;2005;p30"/>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1" name="Google Shape;2006;p30"/>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2" name="Google Shape;2007;p30"/>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3" name="Google Shape;2008;p30"/>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4" name="Google Shape;2009;p30"/>
          <p:cNvGrpSpPr/>
          <p:nvPr/>
        </p:nvGrpSpPr>
        <p:grpSpPr>
          <a:xfrm>
            <a:off x="502560" y="399960"/>
            <a:ext cx="8138880" cy="4343040"/>
            <a:chOff x="502560" y="399960"/>
            <a:chExt cx="8138880" cy="4343040"/>
          </a:xfrm>
        </p:grpSpPr>
        <p:sp>
          <p:nvSpPr>
            <p:cNvPr id="1485" name="Google Shape;2010;p30"/>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6" name="Google Shape;2011;p30"/>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2012;p30"/>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8" name="Google Shape;2013;p30"/>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9" name="Google Shape;2014;p30"/>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dk2"/>
        </a:solidFill>
        <a:effectLst/>
      </p:bgPr>
    </p:bg>
    <p:spTree>
      <p:nvGrpSpPr>
        <p:cNvPr id="1" name=""/>
        <p:cNvGrpSpPr/>
        <p:nvPr/>
      </p:nvGrpSpPr>
      <p:grpSpPr>
        <a:xfrm>
          <a:off x="0" y="0"/>
          <a:ext cx="0" cy="0"/>
          <a:chOff x="0" y="0"/>
          <a:chExt cx="0" cy="0"/>
        </a:xfrm>
      </p:grpSpPr>
      <p:grpSp>
        <p:nvGrpSpPr>
          <p:cNvPr id="1490" name="Google Shape;158;p4"/>
          <p:cNvGrpSpPr/>
          <p:nvPr/>
        </p:nvGrpSpPr>
        <p:grpSpPr>
          <a:xfrm>
            <a:off x="0" y="0"/>
            <a:ext cx="9143640" cy="5143320"/>
            <a:chOff x="0" y="0"/>
            <a:chExt cx="9143640" cy="5143320"/>
          </a:xfrm>
        </p:grpSpPr>
        <p:sp>
          <p:nvSpPr>
            <p:cNvPr id="1491" name="Google Shape;159;p4"/>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2" name="Google Shape;160;p4"/>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3" name="Google Shape;161;p4"/>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4" name="Google Shape;162;p4"/>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5" name="Google Shape;163;p4"/>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6" name="Google Shape;164;p4"/>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7" name="Google Shape;165;p4"/>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8" name="Google Shape;166;p4"/>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9" name="Google Shape;167;p4"/>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0" name="Google Shape;168;p4"/>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1" name="Google Shape;169;p4"/>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2" name="Google Shape;170;p4"/>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3" name="Google Shape;171;p4"/>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4" name="Google Shape;172;p4"/>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5" name="Google Shape;173;p4"/>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6" name="Google Shape;174;p4"/>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7" name="Google Shape;175;p4"/>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8" name="Google Shape;176;p4"/>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9" name="Google Shape;177;p4"/>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0" name="Google Shape;178;p4"/>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1" name="Google Shape;179;p4"/>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2" name="Google Shape;180;p4"/>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3" name="Google Shape;181;p4"/>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4" name="Google Shape;182;p4"/>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5" name="Google Shape;183;p4"/>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6" name="Google Shape;184;p4"/>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7" name="Google Shape;185;p4"/>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8" name="Google Shape;186;p4"/>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9" name="Google Shape;187;p4"/>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0" name="Google Shape;188;p4"/>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1" name="Google Shape;189;p4"/>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2" name="Google Shape;190;p4"/>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3" name="Google Shape;191;p4"/>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4" name="Google Shape;192;p4"/>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193;p4"/>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194;p4"/>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7" name="Google Shape;195;p4"/>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8" name="Google Shape;196;p4"/>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197;p4"/>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0" name="Google Shape;198;p4"/>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1" name="Google Shape;199;p4"/>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2" name="Google Shape;200;p4"/>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3" name="Google Shape;201;p4"/>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4" name="Google Shape;202;p4"/>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5" name="Google Shape;203;p4"/>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6" name="Google Shape;204;p4"/>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7" name="Google Shape;205;p4"/>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8" name="Google Shape;206;p4"/>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9" name="Google Shape;207;p4"/>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0" name="Google Shape;208;p4"/>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209;p4"/>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2" name="Google Shape;210;p4"/>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3" name="Google Shape;211;p4"/>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4" name="Google Shape;212;p4"/>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5" name="Google Shape;213;p4"/>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6" name="Google Shape;214;p4"/>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7" name="Google Shape;215;p4"/>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8" name="Google Shape;216;p4"/>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9" name="Google Shape;217;p4"/>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0" name="Google Shape;218;p4"/>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1" name="Google Shape;219;p4"/>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2" name="Google Shape;220;p4"/>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3" name="Google Shape;221;p4"/>
          <p:cNvGrpSpPr/>
          <p:nvPr/>
        </p:nvGrpSpPr>
        <p:grpSpPr>
          <a:xfrm>
            <a:off x="192240" y="135720"/>
            <a:ext cx="8759160" cy="4872240"/>
            <a:chOff x="192240" y="135720"/>
            <a:chExt cx="8759160" cy="4872240"/>
          </a:xfrm>
        </p:grpSpPr>
        <p:sp>
          <p:nvSpPr>
            <p:cNvPr id="1554" name="Google Shape;222;p4"/>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5" name="Google Shape;223;p4"/>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6" name="Google Shape;224;p4"/>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225;p4"/>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8" name="Google Shape;226;p4"/>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59" name="PlaceHolder 1"/>
          <p:cNvSpPr>
            <a:spLocks noGrp="1"/>
          </p:cNvSpPr>
          <p:nvPr>
            <p:ph type="title"/>
          </p:nvPr>
        </p:nvSpPr>
        <p:spPr>
          <a:xfrm>
            <a:off x="720000" y="444960"/>
            <a:ext cx="700236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560" name="PlaceHolder 2"/>
          <p:cNvSpPr>
            <a:spLocks noGrp="1"/>
          </p:cNvSpPr>
          <p:nvPr>
            <p:ph type="body"/>
          </p:nvPr>
        </p:nvSpPr>
        <p:spPr>
          <a:xfrm>
            <a:off x="720000" y="1215720"/>
            <a:ext cx="7002360" cy="382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dk2"/>
        </a:solidFill>
        <a:effectLst/>
      </p:bgPr>
    </p:bg>
    <p:spTree>
      <p:nvGrpSpPr>
        <p:cNvPr id="1" name=""/>
        <p:cNvGrpSpPr/>
        <p:nvPr/>
      </p:nvGrpSpPr>
      <p:grpSpPr>
        <a:xfrm>
          <a:off x="0" y="0"/>
          <a:ext cx="0" cy="0"/>
          <a:chOff x="0" y="0"/>
          <a:chExt cx="0" cy="0"/>
        </a:xfrm>
      </p:grpSpPr>
      <p:grpSp>
        <p:nvGrpSpPr>
          <p:cNvPr id="1561" name="Google Shape;2016;p31"/>
          <p:cNvGrpSpPr/>
          <p:nvPr/>
        </p:nvGrpSpPr>
        <p:grpSpPr>
          <a:xfrm>
            <a:off x="0" y="0"/>
            <a:ext cx="9143640" cy="5143320"/>
            <a:chOff x="0" y="0"/>
            <a:chExt cx="9143640" cy="5143320"/>
          </a:xfrm>
        </p:grpSpPr>
        <p:sp>
          <p:nvSpPr>
            <p:cNvPr id="1562" name="Google Shape;2017;p31"/>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3" name="Google Shape;2018;p31"/>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2019;p31"/>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5" name="Google Shape;2020;p31"/>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6" name="Google Shape;2021;p31"/>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7" name="Google Shape;2022;p31"/>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8" name="Google Shape;2023;p31"/>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9" name="Google Shape;2024;p31"/>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0" name="Google Shape;2025;p31"/>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1" name="Google Shape;2026;p31"/>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2" name="Google Shape;2027;p31"/>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3" name="Google Shape;2028;p31"/>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4" name="Google Shape;2029;p31"/>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5" name="Google Shape;2030;p31"/>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6" name="Google Shape;2031;p31"/>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7" name="Google Shape;2032;p31"/>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8" name="Google Shape;2033;p31"/>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9" name="Google Shape;2034;p31"/>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0" name="Google Shape;2035;p31"/>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1" name="Google Shape;2036;p31"/>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2" name="Google Shape;2037;p31"/>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3" name="Google Shape;2038;p31"/>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4" name="Google Shape;2039;p31"/>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5" name="Google Shape;2040;p31"/>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6" name="Google Shape;2041;p31"/>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7" name="Google Shape;2042;p31"/>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2043;p31"/>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9" name="Google Shape;2044;p31"/>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0" name="Google Shape;2045;p31"/>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1" name="Google Shape;2046;p31"/>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2" name="Google Shape;2047;p31"/>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3" name="Google Shape;2048;p31"/>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4" name="Google Shape;2049;p31"/>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5" name="Google Shape;2050;p31"/>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6" name="Google Shape;2051;p31"/>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7" name="Google Shape;2052;p31"/>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8" name="Google Shape;2053;p31"/>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9" name="Google Shape;2054;p31"/>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0" name="Google Shape;2055;p31"/>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1" name="Google Shape;2056;p31"/>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2" name="Google Shape;2057;p31"/>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3" name="Google Shape;2058;p31"/>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4" name="Google Shape;2059;p31"/>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5" name="Google Shape;2060;p31"/>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6" name="Google Shape;2061;p31"/>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7" name="Google Shape;2062;p31"/>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8" name="Google Shape;2063;p31"/>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9" name="Google Shape;2064;p31"/>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0" name="Google Shape;2065;p31"/>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1" name="Google Shape;2066;p31"/>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2" name="Google Shape;2067;p31"/>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3" name="Google Shape;2068;p31"/>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4" name="Google Shape;2069;p31"/>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5" name="Google Shape;2070;p31"/>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6" name="Google Shape;2071;p31"/>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7" name="Google Shape;2072;p31"/>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8" name="Google Shape;2073;p31"/>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9" name="Google Shape;2074;p31"/>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0" name="Google Shape;2075;p31"/>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1" name="Google Shape;2076;p31"/>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2" name="Google Shape;2077;p31"/>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3" name="Google Shape;2078;p31"/>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4" name="Google Shape;2079;p31"/>
          <p:cNvGrpSpPr/>
          <p:nvPr/>
        </p:nvGrpSpPr>
        <p:grpSpPr>
          <a:xfrm>
            <a:off x="173160" y="131040"/>
            <a:ext cx="8796960" cy="4880880"/>
            <a:chOff x="173160" y="131040"/>
            <a:chExt cx="8796960" cy="4880880"/>
          </a:xfrm>
        </p:grpSpPr>
        <p:sp>
          <p:nvSpPr>
            <p:cNvPr id="1625" name="Google Shape;2080;p31"/>
            <p:cNvSpPr/>
            <p:nvPr/>
          </p:nvSpPr>
          <p:spPr>
            <a:xfrm>
              <a:off x="225720" y="185760"/>
              <a:ext cx="408600" cy="4771800"/>
            </a:xfrm>
            <a:custGeom>
              <a:avLst/>
              <a:gdLst>
                <a:gd name="textAreaLeft" fmla="*/ 0 w 408600"/>
                <a:gd name="textAreaRight" fmla="*/ 408960 w 408600"/>
                <a:gd name="textAreaTop" fmla="*/ 0 h 4771800"/>
                <a:gd name="textAreaBottom" fmla="*/ 4772160 h 4771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6" name="Google Shape;2081;p31"/>
            <p:cNvSpPr/>
            <p:nvPr/>
          </p:nvSpPr>
          <p:spPr>
            <a:xfrm>
              <a:off x="634320" y="185760"/>
              <a:ext cx="8283240" cy="4771800"/>
            </a:xfrm>
            <a:custGeom>
              <a:avLst/>
              <a:gdLst>
                <a:gd name="textAreaLeft" fmla="*/ 0 w 8283240"/>
                <a:gd name="textAreaRight" fmla="*/ 8283600 w 8283240"/>
                <a:gd name="textAreaTop" fmla="*/ 0 h 4771800"/>
                <a:gd name="textAreaBottom" fmla="*/ 4772160 h 4771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7" name="Google Shape;2082;p31"/>
            <p:cNvSpPr/>
            <p:nvPr/>
          </p:nvSpPr>
          <p:spPr>
            <a:xfrm>
              <a:off x="173160" y="131040"/>
              <a:ext cx="360720" cy="559080"/>
            </a:xfrm>
            <a:custGeom>
              <a:avLst/>
              <a:gdLst>
                <a:gd name="textAreaLeft" fmla="*/ 0 w 360720"/>
                <a:gd name="textAreaRight" fmla="*/ 361080 w 360720"/>
                <a:gd name="textAreaTop" fmla="*/ 0 h 559080"/>
                <a:gd name="textAreaBottom" fmla="*/ 559440 h 55908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8" name="Google Shape;2083;p31"/>
            <p:cNvSpPr/>
            <p:nvPr/>
          </p:nvSpPr>
          <p:spPr>
            <a:xfrm>
              <a:off x="173160" y="4453560"/>
              <a:ext cx="513360" cy="558360"/>
            </a:xfrm>
            <a:custGeom>
              <a:avLst/>
              <a:gdLst>
                <a:gd name="textAreaLeft" fmla="*/ 0 w 513360"/>
                <a:gd name="textAreaRight" fmla="*/ 513720 w 513360"/>
                <a:gd name="textAreaTop" fmla="*/ 0 h 558360"/>
                <a:gd name="textAreaBottom" fmla="*/ 558720 h 55836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9" name="Google Shape;2084;p31"/>
            <p:cNvSpPr/>
            <p:nvPr/>
          </p:nvSpPr>
          <p:spPr>
            <a:xfrm>
              <a:off x="7891200" y="4110480"/>
              <a:ext cx="1078920" cy="901440"/>
            </a:xfrm>
            <a:custGeom>
              <a:avLst/>
              <a:gdLst>
                <a:gd name="textAreaLeft" fmla="*/ 0 w 1078920"/>
                <a:gd name="textAreaRight" fmla="*/ 1079280 w 1078920"/>
                <a:gd name="textAreaTop" fmla="*/ 0 h 901440"/>
                <a:gd name="textAreaBottom" fmla="*/ 901800 h 90144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dk2"/>
        </a:solidFill>
        <a:effectLst/>
      </p:bgPr>
    </p:bg>
    <p:spTree>
      <p:nvGrpSpPr>
        <p:cNvPr id="1" name=""/>
        <p:cNvGrpSpPr/>
        <p:nvPr/>
      </p:nvGrpSpPr>
      <p:grpSpPr>
        <a:xfrm>
          <a:off x="0" y="0"/>
          <a:ext cx="0" cy="0"/>
          <a:chOff x="0" y="0"/>
          <a:chExt cx="0" cy="0"/>
        </a:xfrm>
      </p:grpSpPr>
      <p:grpSp>
        <p:nvGrpSpPr>
          <p:cNvPr id="1630" name="Google Shape;230;p5"/>
          <p:cNvGrpSpPr/>
          <p:nvPr/>
        </p:nvGrpSpPr>
        <p:grpSpPr>
          <a:xfrm>
            <a:off x="0" y="0"/>
            <a:ext cx="9143640" cy="5143320"/>
            <a:chOff x="0" y="0"/>
            <a:chExt cx="9143640" cy="5143320"/>
          </a:xfrm>
        </p:grpSpPr>
        <p:sp>
          <p:nvSpPr>
            <p:cNvPr id="1631" name="Google Shape;231;p5"/>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2" name="Google Shape;232;p5"/>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3" name="Google Shape;233;p5"/>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4" name="Google Shape;234;p5"/>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5" name="Google Shape;235;p5"/>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6" name="Google Shape;236;p5"/>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7" name="Google Shape;237;p5"/>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8" name="Google Shape;238;p5"/>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9" name="Google Shape;239;p5"/>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0" name="Google Shape;240;p5"/>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1" name="Google Shape;241;p5"/>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2" name="Google Shape;242;p5"/>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3" name="Google Shape;243;p5"/>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4" name="Google Shape;244;p5"/>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5" name="Google Shape;245;p5"/>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6" name="Google Shape;246;p5"/>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7" name="Google Shape;247;p5"/>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8" name="Google Shape;248;p5"/>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9" name="Google Shape;249;p5"/>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0" name="Google Shape;250;p5"/>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1" name="Google Shape;251;p5"/>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2" name="Google Shape;252;p5"/>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3" name="Google Shape;253;p5"/>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4" name="Google Shape;254;p5"/>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5" name="Google Shape;255;p5"/>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6" name="Google Shape;256;p5"/>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7" name="Google Shape;257;p5"/>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8" name="Google Shape;258;p5"/>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9" name="Google Shape;259;p5"/>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0" name="Google Shape;260;p5"/>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1" name="Google Shape;261;p5"/>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2" name="Google Shape;262;p5"/>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3" name="Google Shape;263;p5"/>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4" name="Google Shape;264;p5"/>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5" name="Google Shape;265;p5"/>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6" name="Google Shape;266;p5"/>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7" name="Google Shape;267;p5"/>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8" name="Google Shape;268;p5"/>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9" name="Google Shape;269;p5"/>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0" name="Google Shape;270;p5"/>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1" name="Google Shape;271;p5"/>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2" name="Google Shape;272;p5"/>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3" name="Google Shape;273;p5"/>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4" name="Google Shape;274;p5"/>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5" name="Google Shape;275;p5"/>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6" name="Google Shape;276;p5"/>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7" name="Google Shape;277;p5"/>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8" name="Google Shape;278;p5"/>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9" name="Google Shape;279;p5"/>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0" name="Google Shape;280;p5"/>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1" name="Google Shape;281;p5"/>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2" name="Google Shape;282;p5"/>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3" name="Google Shape;283;p5"/>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4" name="Google Shape;284;p5"/>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5" name="Google Shape;285;p5"/>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6" name="Google Shape;286;p5"/>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7" name="Google Shape;287;p5"/>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8" name="Google Shape;288;p5"/>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9" name="Google Shape;289;p5"/>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0" name="Google Shape;290;p5"/>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1" name="Google Shape;291;p5"/>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2" name="Google Shape;292;p5"/>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93" name="Google Shape;293;p5"/>
          <p:cNvGrpSpPr/>
          <p:nvPr/>
        </p:nvGrpSpPr>
        <p:grpSpPr>
          <a:xfrm>
            <a:off x="192240" y="135720"/>
            <a:ext cx="8759160" cy="4872240"/>
            <a:chOff x="192240" y="135720"/>
            <a:chExt cx="8759160" cy="4872240"/>
          </a:xfrm>
        </p:grpSpPr>
        <p:sp>
          <p:nvSpPr>
            <p:cNvPr id="1694" name="Google Shape;294;p5"/>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5" name="Google Shape;295;p5"/>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6" name="Google Shape;296;p5"/>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7" name="Google Shape;297;p5"/>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8" name="Google Shape;298;p5"/>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9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dk2"/>
        </a:solidFill>
        <a:effectLst/>
      </p:bgPr>
    </p:bg>
    <p:spTree>
      <p:nvGrpSpPr>
        <p:cNvPr id="1" name=""/>
        <p:cNvGrpSpPr/>
        <p:nvPr/>
      </p:nvGrpSpPr>
      <p:grpSpPr>
        <a:xfrm>
          <a:off x="0" y="0"/>
          <a:ext cx="0" cy="0"/>
          <a:chOff x="0" y="0"/>
          <a:chExt cx="0" cy="0"/>
        </a:xfrm>
      </p:grpSpPr>
      <p:grpSp>
        <p:nvGrpSpPr>
          <p:cNvPr id="1700" name="Google Shape;305;p6"/>
          <p:cNvGrpSpPr/>
          <p:nvPr/>
        </p:nvGrpSpPr>
        <p:grpSpPr>
          <a:xfrm>
            <a:off x="0" y="0"/>
            <a:ext cx="9143640" cy="5143320"/>
            <a:chOff x="0" y="0"/>
            <a:chExt cx="9143640" cy="5143320"/>
          </a:xfrm>
        </p:grpSpPr>
        <p:sp>
          <p:nvSpPr>
            <p:cNvPr id="1701" name="Google Shape;306;p6"/>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2" name="Google Shape;307;p6"/>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3" name="Google Shape;308;p6"/>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Google Shape;309;p6"/>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5" name="Google Shape;310;p6"/>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6" name="Google Shape;311;p6"/>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7" name="Google Shape;312;p6"/>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8" name="Google Shape;313;p6"/>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9" name="Google Shape;314;p6"/>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0" name="Google Shape;315;p6"/>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1" name="Google Shape;316;p6"/>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317;p6"/>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318;p6"/>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319;p6"/>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5" name="Google Shape;320;p6"/>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321;p6"/>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322;p6"/>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8" name="Google Shape;323;p6"/>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324;p6"/>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0" name="Google Shape;325;p6"/>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1" name="Google Shape;326;p6"/>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327;p6"/>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328;p6"/>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4" name="Google Shape;329;p6"/>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5" name="Google Shape;330;p6"/>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331;p6"/>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332;p6"/>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8" name="Google Shape;333;p6"/>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334;p6"/>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335;p6"/>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336;p6"/>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2" name="Google Shape;337;p6"/>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3" name="Google Shape;338;p6"/>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4" name="Google Shape;339;p6"/>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5" name="Google Shape;340;p6"/>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6" name="Google Shape;341;p6"/>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7" name="Google Shape;342;p6"/>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8" name="Google Shape;343;p6"/>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9" name="Google Shape;344;p6"/>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0" name="Google Shape;345;p6"/>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1" name="Google Shape;346;p6"/>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2" name="Google Shape;347;p6"/>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3" name="Google Shape;348;p6"/>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4" name="Google Shape;349;p6"/>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5" name="Google Shape;350;p6"/>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6" name="Google Shape;351;p6"/>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7" name="Google Shape;352;p6"/>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8" name="Google Shape;353;p6"/>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9" name="Google Shape;354;p6"/>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0" name="Google Shape;355;p6"/>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1" name="Google Shape;356;p6"/>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2" name="Google Shape;357;p6"/>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3" name="Google Shape;358;p6"/>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4" name="Google Shape;359;p6"/>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5" name="Google Shape;360;p6"/>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6" name="Google Shape;361;p6"/>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7" name="Google Shape;362;p6"/>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8" name="Google Shape;363;p6"/>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9" name="Google Shape;364;p6"/>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0" name="Google Shape;365;p6"/>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1" name="Google Shape;366;p6"/>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2" name="Google Shape;367;p6"/>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63" name="Google Shape;368;p6"/>
          <p:cNvGrpSpPr/>
          <p:nvPr/>
        </p:nvGrpSpPr>
        <p:grpSpPr>
          <a:xfrm>
            <a:off x="192240" y="135720"/>
            <a:ext cx="8759160" cy="4872240"/>
            <a:chOff x="192240" y="135720"/>
            <a:chExt cx="8759160" cy="4872240"/>
          </a:xfrm>
        </p:grpSpPr>
        <p:sp>
          <p:nvSpPr>
            <p:cNvPr id="1764" name="Google Shape;369;p6"/>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5" name="Google Shape;370;p6"/>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6" name="Google Shape;371;p6"/>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7" name="Google Shape;372;p6"/>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8" name="Google Shape;373;p6"/>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6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dk2"/>
        </a:solidFill>
        <a:effectLst/>
      </p:bgPr>
    </p:bg>
    <p:spTree>
      <p:nvGrpSpPr>
        <p:cNvPr id="1" name=""/>
        <p:cNvGrpSpPr/>
        <p:nvPr/>
      </p:nvGrpSpPr>
      <p:grpSpPr>
        <a:xfrm>
          <a:off x="0" y="0"/>
          <a:ext cx="0" cy="0"/>
          <a:chOff x="0" y="0"/>
          <a:chExt cx="0" cy="0"/>
        </a:xfrm>
      </p:grpSpPr>
      <p:grpSp>
        <p:nvGrpSpPr>
          <p:cNvPr id="1770" name="Google Shape;376;p7"/>
          <p:cNvGrpSpPr/>
          <p:nvPr/>
        </p:nvGrpSpPr>
        <p:grpSpPr>
          <a:xfrm>
            <a:off x="0" y="0"/>
            <a:ext cx="9143640" cy="5143320"/>
            <a:chOff x="0" y="0"/>
            <a:chExt cx="9143640" cy="5143320"/>
          </a:xfrm>
        </p:grpSpPr>
        <p:sp>
          <p:nvSpPr>
            <p:cNvPr id="1771" name="Google Shape;377;p7"/>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2" name="Google Shape;378;p7"/>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3" name="Google Shape;379;p7"/>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4" name="Google Shape;380;p7"/>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5" name="Google Shape;381;p7"/>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6" name="Google Shape;382;p7"/>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7" name="Google Shape;383;p7"/>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8" name="Google Shape;384;p7"/>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9" name="Google Shape;385;p7"/>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0" name="Google Shape;386;p7"/>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1" name="Google Shape;387;p7"/>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2" name="Google Shape;388;p7"/>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3" name="Google Shape;389;p7"/>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4" name="Google Shape;390;p7"/>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5" name="Google Shape;391;p7"/>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6" name="Google Shape;392;p7"/>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7" name="Google Shape;393;p7"/>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8" name="Google Shape;394;p7"/>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9" name="Google Shape;395;p7"/>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0" name="Google Shape;396;p7"/>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1" name="Google Shape;397;p7"/>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2" name="Google Shape;398;p7"/>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3" name="Google Shape;399;p7"/>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4" name="Google Shape;400;p7"/>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5" name="Google Shape;401;p7"/>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402;p7"/>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403;p7"/>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8" name="Google Shape;404;p7"/>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9" name="Google Shape;405;p7"/>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0" name="Google Shape;406;p7"/>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1" name="Google Shape;407;p7"/>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2" name="Google Shape;408;p7"/>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3" name="Google Shape;409;p7"/>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4" name="Google Shape;410;p7"/>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5" name="Google Shape;411;p7"/>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6" name="Google Shape;412;p7"/>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7" name="Google Shape;413;p7"/>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8" name="Google Shape;414;p7"/>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9" name="Google Shape;415;p7"/>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0" name="Google Shape;416;p7"/>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1" name="Google Shape;417;p7"/>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2" name="Google Shape;418;p7"/>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3" name="Google Shape;419;p7"/>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4" name="Google Shape;420;p7"/>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5" name="Google Shape;421;p7"/>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6" name="Google Shape;422;p7"/>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7" name="Google Shape;423;p7"/>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8" name="Google Shape;424;p7"/>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9" name="Google Shape;425;p7"/>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0" name="Google Shape;426;p7"/>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1" name="Google Shape;427;p7"/>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2" name="Google Shape;428;p7"/>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3" name="Google Shape;429;p7"/>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4" name="Google Shape;430;p7"/>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5" name="Google Shape;431;p7"/>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6" name="Google Shape;432;p7"/>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7" name="Google Shape;433;p7"/>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8" name="Google Shape;434;p7"/>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9" name="Google Shape;435;p7"/>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0" name="Google Shape;436;p7"/>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1" name="Google Shape;437;p7"/>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2" name="Google Shape;438;p7"/>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33" name="Google Shape;439;p7"/>
          <p:cNvGrpSpPr/>
          <p:nvPr/>
        </p:nvGrpSpPr>
        <p:grpSpPr>
          <a:xfrm>
            <a:off x="192240" y="135720"/>
            <a:ext cx="8759160" cy="4872240"/>
            <a:chOff x="192240" y="135720"/>
            <a:chExt cx="8759160" cy="4872240"/>
          </a:xfrm>
        </p:grpSpPr>
        <p:sp>
          <p:nvSpPr>
            <p:cNvPr id="1834" name="Google Shape;440;p7"/>
            <p:cNvSpPr/>
            <p:nvPr/>
          </p:nvSpPr>
          <p:spPr>
            <a:xfrm>
              <a:off x="244440" y="190440"/>
              <a:ext cx="406800" cy="4762800"/>
            </a:xfrm>
            <a:custGeom>
              <a:avLst/>
              <a:gdLst>
                <a:gd name="textAreaLeft" fmla="*/ 0 w 406800"/>
                <a:gd name="textAreaRight" fmla="*/ 407160 w 406800"/>
                <a:gd name="textAreaTop" fmla="*/ 0 h 4762800"/>
                <a:gd name="textAreaBottom" fmla="*/ 4763160 h 476280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5" name="Google Shape;441;p7"/>
            <p:cNvSpPr/>
            <p:nvPr/>
          </p:nvSpPr>
          <p:spPr>
            <a:xfrm>
              <a:off x="651600" y="190440"/>
              <a:ext cx="8247240" cy="4762800"/>
            </a:xfrm>
            <a:custGeom>
              <a:avLst/>
              <a:gdLst>
                <a:gd name="textAreaLeft" fmla="*/ 0 w 8247240"/>
                <a:gd name="textAreaRight" fmla="*/ 8247600 w 8247240"/>
                <a:gd name="textAreaTop" fmla="*/ 0 h 4762800"/>
                <a:gd name="textAreaBottom" fmla="*/ 4763160 h 476280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6" name="Google Shape;442;p7"/>
            <p:cNvSpPr/>
            <p:nvPr/>
          </p:nvSpPr>
          <p:spPr>
            <a:xfrm>
              <a:off x="192240" y="135720"/>
              <a:ext cx="358920" cy="558000"/>
            </a:xfrm>
            <a:custGeom>
              <a:avLst/>
              <a:gdLst>
                <a:gd name="textAreaLeft" fmla="*/ 0 w 358920"/>
                <a:gd name="textAreaRight" fmla="*/ 359280 w 358920"/>
                <a:gd name="textAreaTop" fmla="*/ 0 h 558000"/>
                <a:gd name="textAreaBottom" fmla="*/ 558360 h 55800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7" name="Google Shape;443;p7"/>
            <p:cNvSpPr/>
            <p:nvPr/>
          </p:nvSpPr>
          <p:spPr>
            <a:xfrm>
              <a:off x="192240" y="4450320"/>
              <a:ext cx="511200" cy="557640"/>
            </a:xfrm>
            <a:custGeom>
              <a:avLst/>
              <a:gdLst>
                <a:gd name="textAreaLeft" fmla="*/ 0 w 511200"/>
                <a:gd name="textAreaRight" fmla="*/ 511560 w 511200"/>
                <a:gd name="textAreaTop" fmla="*/ 0 h 557640"/>
                <a:gd name="textAreaBottom" fmla="*/ 558000 h 55764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8" name="Google Shape;444;p7"/>
            <p:cNvSpPr/>
            <p:nvPr/>
          </p:nvSpPr>
          <p:spPr>
            <a:xfrm>
              <a:off x="7877160" y="4107960"/>
              <a:ext cx="1074240" cy="900000"/>
            </a:xfrm>
            <a:custGeom>
              <a:avLst/>
              <a:gdLst>
                <a:gd name="textAreaLeft" fmla="*/ 0 w 1074240"/>
                <a:gd name="textAreaRight" fmla="*/ 1074600 w 1074240"/>
                <a:gd name="textAreaTop" fmla="*/ 0 h 900000"/>
                <a:gd name="textAreaBottom" fmla="*/ 900360 h 90000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39" name="PlaceHolder 1"/>
          <p:cNvSpPr>
            <a:spLocks noGrp="1"/>
          </p:cNvSpPr>
          <p:nvPr>
            <p:ph type="title"/>
          </p:nvPr>
        </p:nvSpPr>
        <p:spPr>
          <a:xfrm>
            <a:off x="720000" y="444960"/>
            <a:ext cx="771048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dk2"/>
        </a:solidFill>
        <a:effectLst/>
      </p:bgPr>
    </p:bg>
    <p:spTree>
      <p:nvGrpSpPr>
        <p:cNvPr id="1" name=""/>
        <p:cNvGrpSpPr/>
        <p:nvPr/>
      </p:nvGrpSpPr>
      <p:grpSpPr>
        <a:xfrm>
          <a:off x="0" y="0"/>
          <a:ext cx="0" cy="0"/>
          <a:chOff x="0" y="0"/>
          <a:chExt cx="0" cy="0"/>
        </a:xfrm>
      </p:grpSpPr>
      <p:grpSp>
        <p:nvGrpSpPr>
          <p:cNvPr id="1840" name="Google Shape;448;p8"/>
          <p:cNvGrpSpPr/>
          <p:nvPr/>
        </p:nvGrpSpPr>
        <p:grpSpPr>
          <a:xfrm>
            <a:off x="0" y="0"/>
            <a:ext cx="9143640" cy="5143320"/>
            <a:chOff x="0" y="0"/>
            <a:chExt cx="9143640" cy="5143320"/>
          </a:xfrm>
        </p:grpSpPr>
        <p:sp>
          <p:nvSpPr>
            <p:cNvPr id="1841" name="Google Shape;449;p8"/>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2" name="Google Shape;450;p8"/>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3" name="Google Shape;451;p8"/>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4" name="Google Shape;452;p8"/>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5" name="Google Shape;453;p8"/>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6" name="Google Shape;454;p8"/>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7" name="Google Shape;455;p8"/>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8" name="Google Shape;456;p8"/>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9" name="Google Shape;457;p8"/>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0" name="Google Shape;458;p8"/>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1" name="Google Shape;459;p8"/>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2" name="Google Shape;460;p8"/>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3" name="Google Shape;461;p8"/>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4" name="Google Shape;462;p8"/>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5" name="Google Shape;463;p8"/>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6" name="Google Shape;464;p8"/>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7" name="Google Shape;465;p8"/>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8" name="Google Shape;466;p8"/>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9" name="Google Shape;467;p8"/>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0" name="Google Shape;468;p8"/>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1" name="Google Shape;469;p8"/>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2" name="Google Shape;470;p8"/>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3" name="Google Shape;471;p8"/>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4" name="Google Shape;472;p8"/>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5" name="Google Shape;473;p8"/>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6" name="Google Shape;474;p8"/>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7" name="Google Shape;475;p8"/>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8" name="Google Shape;476;p8"/>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9" name="Google Shape;477;p8"/>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0" name="Google Shape;478;p8"/>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1" name="Google Shape;479;p8"/>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2" name="Google Shape;480;p8"/>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3" name="Google Shape;481;p8"/>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4" name="Google Shape;482;p8"/>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5" name="Google Shape;483;p8"/>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6" name="Google Shape;484;p8"/>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7" name="Google Shape;485;p8"/>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8" name="Google Shape;486;p8"/>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9" name="Google Shape;487;p8"/>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0" name="Google Shape;488;p8"/>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1" name="Google Shape;489;p8"/>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2" name="Google Shape;490;p8"/>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3" name="Google Shape;491;p8"/>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4" name="Google Shape;492;p8"/>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5" name="Google Shape;493;p8"/>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6" name="Google Shape;494;p8"/>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7" name="Google Shape;495;p8"/>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8" name="Google Shape;496;p8"/>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9" name="Google Shape;497;p8"/>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0" name="Google Shape;498;p8"/>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1" name="Google Shape;499;p8"/>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2" name="Google Shape;500;p8"/>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3" name="Google Shape;501;p8"/>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4" name="Google Shape;502;p8"/>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5" name="Google Shape;503;p8"/>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6" name="Google Shape;504;p8"/>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7" name="Google Shape;505;p8"/>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8" name="Google Shape;506;p8"/>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9" name="Google Shape;507;p8"/>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0" name="Google Shape;508;p8"/>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1" name="Google Shape;509;p8"/>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2" name="Google Shape;510;p8"/>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03" name="Google Shape;511;p8"/>
          <p:cNvGrpSpPr/>
          <p:nvPr/>
        </p:nvGrpSpPr>
        <p:grpSpPr>
          <a:xfrm>
            <a:off x="502560" y="399960"/>
            <a:ext cx="8138880" cy="4343040"/>
            <a:chOff x="502560" y="399960"/>
            <a:chExt cx="8138880" cy="4343040"/>
          </a:xfrm>
        </p:grpSpPr>
        <p:sp>
          <p:nvSpPr>
            <p:cNvPr id="1904" name="Google Shape;512;p8"/>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5" name="Google Shape;513;p8"/>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6" name="Google Shape;514;p8"/>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7" name="Google Shape;515;p8"/>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8" name="Google Shape;516;p8"/>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09" name="PlaceHolder 1"/>
          <p:cNvSpPr>
            <a:spLocks noGrp="1"/>
          </p:cNvSpPr>
          <p:nvPr>
            <p:ph type="title"/>
          </p:nvPr>
        </p:nvSpPr>
        <p:spPr>
          <a:xfrm>
            <a:off x="1768680" y="2388240"/>
            <a:ext cx="5606640" cy="1657800"/>
          </a:xfrm>
          <a:prstGeom prst="rect">
            <a:avLst/>
          </a:prstGeom>
          <a:noFill/>
          <a:ln w="0">
            <a:noFill/>
          </a:ln>
        </p:spPr>
        <p:txBody>
          <a:bodyPr lIns="91440" tIns="91440" rIns="91440" bIns="91440" anchor="ctr">
            <a:noAutofit/>
          </a:bodyPr>
          <a:lstStyle/>
          <a:p>
            <a:pPr indent="0">
              <a:buNone/>
            </a:pPr>
            <a:r>
              <a:rPr lang="fr-FR" sz="7200" b="0" u="none" strike="noStrike">
                <a:solidFill>
                  <a:schemeClr val="dk1"/>
                </a:solidFill>
                <a:effectLst/>
                <a:uFillTx/>
                <a:latin typeface="Arial"/>
              </a:rPr>
              <a:t>Click to edit the title text format</a:t>
            </a:r>
          </a:p>
        </p:txBody>
      </p:sp>
      <p:sp>
        <p:nvSpPr>
          <p:cNvPr id="1910" name="Google Shape;518;p8"/>
          <p:cNvSpPr/>
          <p:nvPr/>
        </p:nvSpPr>
        <p:spPr>
          <a:xfrm>
            <a:off x="151920" y="21312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1" name="Google Shape;519;p8"/>
          <p:cNvSpPr/>
          <p:nvPr/>
        </p:nvSpPr>
        <p:spPr>
          <a:xfrm>
            <a:off x="151920" y="4709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dk2"/>
        </a:solidFill>
        <a:effectLst/>
      </p:bgPr>
    </p:bg>
    <p:spTree>
      <p:nvGrpSpPr>
        <p:cNvPr id="1" name=""/>
        <p:cNvGrpSpPr/>
        <p:nvPr/>
      </p:nvGrpSpPr>
      <p:grpSpPr>
        <a:xfrm>
          <a:off x="0" y="0"/>
          <a:ext cx="0" cy="0"/>
          <a:chOff x="0" y="0"/>
          <a:chExt cx="0" cy="0"/>
        </a:xfrm>
      </p:grpSpPr>
      <p:grpSp>
        <p:nvGrpSpPr>
          <p:cNvPr id="1912" name="Google Shape;521;p9"/>
          <p:cNvGrpSpPr/>
          <p:nvPr/>
        </p:nvGrpSpPr>
        <p:grpSpPr>
          <a:xfrm>
            <a:off x="0" y="0"/>
            <a:ext cx="9143640" cy="5143320"/>
            <a:chOff x="0" y="0"/>
            <a:chExt cx="9143640" cy="5143320"/>
          </a:xfrm>
        </p:grpSpPr>
        <p:sp>
          <p:nvSpPr>
            <p:cNvPr id="1913" name="Google Shape;522;p9"/>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4" name="Google Shape;523;p9"/>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5" name="Google Shape;524;p9"/>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6" name="Google Shape;525;p9"/>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7" name="Google Shape;526;p9"/>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8" name="Google Shape;527;p9"/>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9" name="Google Shape;528;p9"/>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0" name="Google Shape;529;p9"/>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1" name="Google Shape;530;p9"/>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2" name="Google Shape;531;p9"/>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3" name="Google Shape;532;p9"/>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4" name="Google Shape;533;p9"/>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5" name="Google Shape;534;p9"/>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6" name="Google Shape;535;p9"/>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7" name="Google Shape;536;p9"/>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8" name="Google Shape;537;p9"/>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9" name="Google Shape;538;p9"/>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0" name="Google Shape;539;p9"/>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1" name="Google Shape;540;p9"/>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2" name="Google Shape;541;p9"/>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3" name="Google Shape;542;p9"/>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4" name="Google Shape;543;p9"/>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5" name="Google Shape;544;p9"/>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6" name="Google Shape;545;p9"/>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7" name="Google Shape;546;p9"/>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8" name="Google Shape;547;p9"/>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9" name="Google Shape;548;p9"/>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0" name="Google Shape;549;p9"/>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1" name="Google Shape;550;p9"/>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2" name="Google Shape;551;p9"/>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3" name="Google Shape;552;p9"/>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4" name="Google Shape;553;p9"/>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5" name="Google Shape;554;p9"/>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6" name="Google Shape;555;p9"/>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7" name="Google Shape;556;p9"/>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8" name="Google Shape;557;p9"/>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9" name="Google Shape;558;p9"/>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0" name="Google Shape;559;p9"/>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1" name="Google Shape;560;p9"/>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2" name="Google Shape;561;p9"/>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3" name="Google Shape;562;p9"/>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4" name="Google Shape;563;p9"/>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5" name="Google Shape;564;p9"/>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6" name="Google Shape;565;p9"/>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7" name="Google Shape;566;p9"/>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8" name="Google Shape;567;p9"/>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9" name="Google Shape;568;p9"/>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0" name="Google Shape;569;p9"/>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1" name="Google Shape;570;p9"/>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2" name="Google Shape;571;p9"/>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3" name="Google Shape;572;p9"/>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4" name="Google Shape;573;p9"/>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5" name="Google Shape;574;p9"/>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6" name="Google Shape;575;p9"/>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7" name="Google Shape;576;p9"/>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8" name="Google Shape;577;p9"/>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9" name="Google Shape;578;p9"/>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0" name="Google Shape;579;p9"/>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1" name="Google Shape;580;p9"/>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2" name="Google Shape;581;p9"/>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3" name="Google Shape;582;p9"/>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4" name="Google Shape;583;p9"/>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12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75" name="Google Shape;584;p9"/>
          <p:cNvGrpSpPr/>
          <p:nvPr/>
        </p:nvGrpSpPr>
        <p:grpSpPr>
          <a:xfrm>
            <a:off x="502560" y="399960"/>
            <a:ext cx="8138880" cy="4343040"/>
            <a:chOff x="502560" y="399960"/>
            <a:chExt cx="8138880" cy="4343040"/>
          </a:xfrm>
        </p:grpSpPr>
        <p:sp>
          <p:nvSpPr>
            <p:cNvPr id="1976" name="Google Shape;585;p9"/>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7" name="Google Shape;586;p9"/>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78" name="Google Shape;587;p9"/>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9" name="Google Shape;588;p9"/>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0" name="Google Shape;589;p9"/>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81" name="PlaceHolder 1"/>
          <p:cNvSpPr>
            <a:spLocks noGrp="1"/>
          </p:cNvSpPr>
          <p:nvPr>
            <p:ph type="title"/>
          </p:nvPr>
        </p:nvSpPr>
        <p:spPr>
          <a:xfrm>
            <a:off x="2135520" y="1616400"/>
            <a:ext cx="4872600" cy="1197720"/>
          </a:xfrm>
          <a:prstGeom prst="rect">
            <a:avLst/>
          </a:prstGeom>
          <a:noFill/>
          <a:ln w="0">
            <a:noFill/>
          </a:ln>
        </p:spPr>
        <p:txBody>
          <a:bodyPr lIns="91440" tIns="91440" rIns="91440" bIns="91440" anchor="b">
            <a:noAutofit/>
          </a:bodyPr>
          <a:lstStyle/>
          <a:p>
            <a:pPr indent="0">
              <a:buNone/>
            </a:pPr>
            <a:r>
              <a:rPr lang="fr-FR" sz="6400" b="0" u="none" strike="noStrike">
                <a:solidFill>
                  <a:schemeClr val="dk1"/>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dk2"/>
        </a:solidFill>
        <a:effectLst/>
      </p:bgPr>
    </p:bg>
    <p:spTree>
      <p:nvGrpSpPr>
        <p:cNvPr id="1" name=""/>
        <p:cNvGrpSpPr/>
        <p:nvPr/>
      </p:nvGrpSpPr>
      <p:grpSpPr>
        <a:xfrm>
          <a:off x="0" y="0"/>
          <a:ext cx="0" cy="0"/>
          <a:chOff x="0" y="0"/>
          <a:chExt cx="0" cy="0"/>
        </a:xfrm>
      </p:grpSpPr>
      <p:grpSp>
        <p:nvGrpSpPr>
          <p:cNvPr id="357" name="Google Shape;893;p16"/>
          <p:cNvGrpSpPr/>
          <p:nvPr/>
        </p:nvGrpSpPr>
        <p:grpSpPr>
          <a:xfrm>
            <a:off x="0" y="0"/>
            <a:ext cx="9143640" cy="5143320"/>
            <a:chOff x="0" y="0"/>
            <a:chExt cx="9143640" cy="5143320"/>
          </a:xfrm>
        </p:grpSpPr>
        <p:sp>
          <p:nvSpPr>
            <p:cNvPr id="358" name="Google Shape;894;p16"/>
            <p:cNvSpPr/>
            <p:nvPr/>
          </p:nvSpPr>
          <p:spPr>
            <a:xfrm>
              <a:off x="3258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9" name="Google Shape;895;p16"/>
            <p:cNvSpPr/>
            <p:nvPr/>
          </p:nvSpPr>
          <p:spPr>
            <a:xfrm>
              <a:off x="717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896;p16"/>
            <p:cNvSpPr/>
            <p:nvPr/>
          </p:nvSpPr>
          <p:spPr>
            <a:xfrm>
              <a:off x="11088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1" name="Google Shape;897;p16"/>
            <p:cNvSpPr/>
            <p:nvPr/>
          </p:nvSpPr>
          <p:spPr>
            <a:xfrm>
              <a:off x="15001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898;p16"/>
            <p:cNvSpPr/>
            <p:nvPr/>
          </p:nvSpPr>
          <p:spPr>
            <a:xfrm>
              <a:off x="1891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3" name="Google Shape;899;p16"/>
            <p:cNvSpPr/>
            <p:nvPr/>
          </p:nvSpPr>
          <p:spPr>
            <a:xfrm>
              <a:off x="22831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900;p16"/>
            <p:cNvSpPr/>
            <p:nvPr/>
          </p:nvSpPr>
          <p:spPr>
            <a:xfrm>
              <a:off x="26744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5" name="Google Shape;901;p16"/>
            <p:cNvSpPr/>
            <p:nvPr/>
          </p:nvSpPr>
          <p:spPr>
            <a:xfrm>
              <a:off x="30657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6" name="Google Shape;902;p16"/>
            <p:cNvSpPr/>
            <p:nvPr/>
          </p:nvSpPr>
          <p:spPr>
            <a:xfrm>
              <a:off x="34574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903;p16"/>
            <p:cNvSpPr/>
            <p:nvPr/>
          </p:nvSpPr>
          <p:spPr>
            <a:xfrm>
              <a:off x="3848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8" name="Google Shape;904;p16"/>
            <p:cNvSpPr/>
            <p:nvPr/>
          </p:nvSpPr>
          <p:spPr>
            <a:xfrm>
              <a:off x="424008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9" name="Google Shape;905;p16"/>
            <p:cNvSpPr/>
            <p:nvPr/>
          </p:nvSpPr>
          <p:spPr>
            <a:xfrm>
              <a:off x="46317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0" name="Google Shape;906;p16"/>
            <p:cNvSpPr/>
            <p:nvPr/>
          </p:nvSpPr>
          <p:spPr>
            <a:xfrm>
              <a:off x="5023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1" name="Google Shape;907;p16"/>
            <p:cNvSpPr/>
            <p:nvPr/>
          </p:nvSpPr>
          <p:spPr>
            <a:xfrm>
              <a:off x="541440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908;p16"/>
            <p:cNvSpPr/>
            <p:nvPr/>
          </p:nvSpPr>
          <p:spPr>
            <a:xfrm>
              <a:off x="580572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3" name="Google Shape;909;p16"/>
            <p:cNvSpPr/>
            <p:nvPr/>
          </p:nvSpPr>
          <p:spPr>
            <a:xfrm>
              <a:off x="619740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4" name="Google Shape;910;p16"/>
            <p:cNvSpPr/>
            <p:nvPr/>
          </p:nvSpPr>
          <p:spPr>
            <a:xfrm>
              <a:off x="658908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5" name="Google Shape;911;p16"/>
            <p:cNvSpPr/>
            <p:nvPr/>
          </p:nvSpPr>
          <p:spPr>
            <a:xfrm>
              <a:off x="6980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5"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6" name="Google Shape;912;p16"/>
            <p:cNvSpPr/>
            <p:nvPr/>
          </p:nvSpPr>
          <p:spPr>
            <a:xfrm>
              <a:off x="737172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2" h="43971">
                  <a:moveTo>
                    <a:pt x="0" y="1"/>
                  </a:moveTo>
                  <a:lnTo>
                    <a:pt x="0"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913;p16"/>
            <p:cNvSpPr/>
            <p:nvPr/>
          </p:nvSpPr>
          <p:spPr>
            <a:xfrm>
              <a:off x="776304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8" name="Google Shape;914;p16"/>
            <p:cNvSpPr/>
            <p:nvPr/>
          </p:nvSpPr>
          <p:spPr>
            <a:xfrm>
              <a:off x="815436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1" y="1"/>
                  </a:moveTo>
                  <a:lnTo>
                    <a:pt x="1"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915;p16"/>
            <p:cNvSpPr/>
            <p:nvPr/>
          </p:nvSpPr>
          <p:spPr>
            <a:xfrm>
              <a:off x="8546040" y="0"/>
              <a:ext cx="9000" cy="3573000"/>
            </a:xfrm>
            <a:custGeom>
              <a:avLst/>
              <a:gdLst>
                <a:gd name="textAreaLeft" fmla="*/ 0 w 9000"/>
                <a:gd name="textAreaRight" fmla="*/ 9360 w 9000"/>
                <a:gd name="textAreaTop" fmla="*/ 0 h 3573000"/>
                <a:gd name="textAreaBottom" fmla="*/ 3573360 h 3573000"/>
              </a:gdLst>
              <a:ahLst/>
              <a:cxnLst/>
              <a:rect l="textAreaLeft" t="textAreaTop" r="textAreaRight" b="textAreaBottom"/>
              <a:pathLst>
                <a:path w="114" h="43971">
                  <a:moveTo>
                    <a:pt x="0" y="1"/>
                  </a:moveTo>
                  <a:lnTo>
                    <a:pt x="0" y="43970"/>
                  </a:lnTo>
                  <a:lnTo>
                    <a:pt x="114" y="43970"/>
                  </a:lnTo>
                  <a:lnTo>
                    <a:pt x="1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0" name="Google Shape;916;p16"/>
            <p:cNvSpPr/>
            <p:nvPr/>
          </p:nvSpPr>
          <p:spPr>
            <a:xfrm>
              <a:off x="8937360" y="0"/>
              <a:ext cx="8640" cy="3573000"/>
            </a:xfrm>
            <a:custGeom>
              <a:avLst/>
              <a:gdLst>
                <a:gd name="textAreaLeft" fmla="*/ 0 w 8640"/>
                <a:gd name="textAreaRight" fmla="*/ 9000 w 8640"/>
                <a:gd name="textAreaTop" fmla="*/ 0 h 3573000"/>
                <a:gd name="textAreaBottom" fmla="*/ 3573360 h 3573000"/>
              </a:gdLst>
              <a:ahLst/>
              <a:cxnLst/>
              <a:rect l="textAreaLeft" t="textAreaTop" r="textAreaRight" b="textAreaBottom"/>
              <a:pathLst>
                <a:path w="113" h="43971">
                  <a:moveTo>
                    <a:pt x="1" y="1"/>
                  </a:moveTo>
                  <a:lnTo>
                    <a:pt x="1" y="43970"/>
                  </a:lnTo>
                  <a:lnTo>
                    <a:pt x="112" y="43970"/>
                  </a:lnTo>
                  <a:lnTo>
                    <a:pt x="112"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1" name="Google Shape;917;p16"/>
            <p:cNvSpPr/>
            <p:nvPr/>
          </p:nvSpPr>
          <p:spPr>
            <a:xfrm>
              <a:off x="0" y="87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2" name="Google Shape;918;p16"/>
            <p:cNvSpPr/>
            <p:nvPr/>
          </p:nvSpPr>
          <p:spPr>
            <a:xfrm>
              <a:off x="0" y="46440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919;p16"/>
            <p:cNvSpPr/>
            <p:nvPr/>
          </p:nvSpPr>
          <p:spPr>
            <a:xfrm>
              <a:off x="0" y="840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920;p16"/>
            <p:cNvSpPr/>
            <p:nvPr/>
          </p:nvSpPr>
          <p:spPr>
            <a:xfrm>
              <a:off x="0" y="1217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0"/>
                  </a:moveTo>
                  <a:lnTo>
                    <a:pt x="0" y="112"/>
                  </a:lnTo>
                  <a:lnTo>
                    <a:pt x="113414" y="112"/>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5" name="Google Shape;921;p16"/>
            <p:cNvSpPr/>
            <p:nvPr/>
          </p:nvSpPr>
          <p:spPr>
            <a:xfrm>
              <a:off x="0" y="1593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6" name="Google Shape;922;p16"/>
            <p:cNvSpPr/>
            <p:nvPr/>
          </p:nvSpPr>
          <p:spPr>
            <a:xfrm>
              <a:off x="0" y="197028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7" name="Google Shape;923;p16"/>
            <p:cNvSpPr/>
            <p:nvPr/>
          </p:nvSpPr>
          <p:spPr>
            <a:xfrm>
              <a:off x="0" y="234684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8" name="Google Shape;924;p16"/>
            <p:cNvSpPr/>
            <p:nvPr/>
          </p:nvSpPr>
          <p:spPr>
            <a:xfrm>
              <a:off x="0" y="272340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4"/>
                  </a:lnTo>
                  <a:lnTo>
                    <a:pt x="113414" y="114"/>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9" name="Google Shape;925;p16"/>
            <p:cNvSpPr/>
            <p:nvPr/>
          </p:nvSpPr>
          <p:spPr>
            <a:xfrm>
              <a:off x="0" y="30999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0" name="Google Shape;926;p16"/>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927;p16"/>
            <p:cNvSpPr/>
            <p:nvPr/>
          </p:nvSpPr>
          <p:spPr>
            <a:xfrm>
              <a:off x="3258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2" name="Google Shape;928;p16"/>
            <p:cNvSpPr/>
            <p:nvPr/>
          </p:nvSpPr>
          <p:spPr>
            <a:xfrm>
              <a:off x="717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929;p16"/>
            <p:cNvSpPr/>
            <p:nvPr/>
          </p:nvSpPr>
          <p:spPr>
            <a:xfrm>
              <a:off x="11088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4" name="Google Shape;930;p16"/>
            <p:cNvSpPr/>
            <p:nvPr/>
          </p:nvSpPr>
          <p:spPr>
            <a:xfrm>
              <a:off x="15001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5" name="Google Shape;931;p16"/>
            <p:cNvSpPr/>
            <p:nvPr/>
          </p:nvSpPr>
          <p:spPr>
            <a:xfrm>
              <a:off x="1891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6" name="Google Shape;932;p16"/>
            <p:cNvSpPr/>
            <p:nvPr/>
          </p:nvSpPr>
          <p:spPr>
            <a:xfrm>
              <a:off x="22831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933;p16"/>
            <p:cNvSpPr/>
            <p:nvPr/>
          </p:nvSpPr>
          <p:spPr>
            <a:xfrm>
              <a:off x="26744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934;p16"/>
            <p:cNvSpPr/>
            <p:nvPr/>
          </p:nvSpPr>
          <p:spPr>
            <a:xfrm>
              <a:off x="30657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9" name="Google Shape;935;p16"/>
            <p:cNvSpPr/>
            <p:nvPr/>
          </p:nvSpPr>
          <p:spPr>
            <a:xfrm>
              <a:off x="34574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936;p16"/>
            <p:cNvSpPr/>
            <p:nvPr/>
          </p:nvSpPr>
          <p:spPr>
            <a:xfrm>
              <a:off x="3848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937;p16"/>
            <p:cNvSpPr/>
            <p:nvPr/>
          </p:nvSpPr>
          <p:spPr>
            <a:xfrm>
              <a:off x="424008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2" name="Google Shape;938;p16"/>
            <p:cNvSpPr/>
            <p:nvPr/>
          </p:nvSpPr>
          <p:spPr>
            <a:xfrm>
              <a:off x="46317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939;p16"/>
            <p:cNvSpPr/>
            <p:nvPr/>
          </p:nvSpPr>
          <p:spPr>
            <a:xfrm>
              <a:off x="5023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4" name="Google Shape;940;p16"/>
            <p:cNvSpPr/>
            <p:nvPr/>
          </p:nvSpPr>
          <p:spPr>
            <a:xfrm>
              <a:off x="541440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5" name="Google Shape;941;p16"/>
            <p:cNvSpPr/>
            <p:nvPr/>
          </p:nvSpPr>
          <p:spPr>
            <a:xfrm>
              <a:off x="580572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6" name="Google Shape;942;p16"/>
            <p:cNvSpPr/>
            <p:nvPr/>
          </p:nvSpPr>
          <p:spPr>
            <a:xfrm>
              <a:off x="619740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943;p16"/>
            <p:cNvSpPr/>
            <p:nvPr/>
          </p:nvSpPr>
          <p:spPr>
            <a:xfrm>
              <a:off x="658908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8" name="Google Shape;944;p16"/>
            <p:cNvSpPr/>
            <p:nvPr/>
          </p:nvSpPr>
          <p:spPr>
            <a:xfrm>
              <a:off x="6980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5"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945;p16"/>
            <p:cNvSpPr/>
            <p:nvPr/>
          </p:nvSpPr>
          <p:spPr>
            <a:xfrm>
              <a:off x="737172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2" h="26228">
                  <a:moveTo>
                    <a:pt x="0" y="0"/>
                  </a:moveTo>
                  <a:lnTo>
                    <a:pt x="0"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0" name="Google Shape;946;p16"/>
            <p:cNvSpPr/>
            <p:nvPr/>
          </p:nvSpPr>
          <p:spPr>
            <a:xfrm>
              <a:off x="776304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1" name="Google Shape;947;p16"/>
            <p:cNvSpPr/>
            <p:nvPr/>
          </p:nvSpPr>
          <p:spPr>
            <a:xfrm>
              <a:off x="815436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1" y="0"/>
                  </a:moveTo>
                  <a:lnTo>
                    <a:pt x="1"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2" name="Google Shape;948;p16"/>
            <p:cNvSpPr/>
            <p:nvPr/>
          </p:nvSpPr>
          <p:spPr>
            <a:xfrm>
              <a:off x="8546040" y="3012120"/>
              <a:ext cx="9000" cy="2131200"/>
            </a:xfrm>
            <a:custGeom>
              <a:avLst/>
              <a:gdLst>
                <a:gd name="textAreaLeft" fmla="*/ 0 w 9000"/>
                <a:gd name="textAreaRight" fmla="*/ 9360 w 9000"/>
                <a:gd name="textAreaTop" fmla="*/ 0 h 2131200"/>
                <a:gd name="textAreaBottom" fmla="*/ 2131560 h 2131200"/>
              </a:gdLst>
              <a:ahLst/>
              <a:cxnLst/>
              <a:rect l="textAreaLeft" t="textAreaTop" r="textAreaRight" b="textAreaBottom"/>
              <a:pathLst>
                <a:path w="114" h="26228">
                  <a:moveTo>
                    <a:pt x="0" y="0"/>
                  </a:moveTo>
                  <a:lnTo>
                    <a:pt x="0" y="26227"/>
                  </a:lnTo>
                  <a:lnTo>
                    <a:pt x="114" y="26227"/>
                  </a:lnTo>
                  <a:lnTo>
                    <a:pt x="1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949;p16"/>
            <p:cNvSpPr/>
            <p:nvPr/>
          </p:nvSpPr>
          <p:spPr>
            <a:xfrm>
              <a:off x="8937360" y="3012120"/>
              <a:ext cx="8640" cy="2131200"/>
            </a:xfrm>
            <a:custGeom>
              <a:avLst/>
              <a:gdLst>
                <a:gd name="textAreaLeft" fmla="*/ 0 w 8640"/>
                <a:gd name="textAreaRight" fmla="*/ 9000 w 8640"/>
                <a:gd name="textAreaTop" fmla="*/ 0 h 2131200"/>
                <a:gd name="textAreaBottom" fmla="*/ 2131560 h 2131200"/>
              </a:gdLst>
              <a:ahLst/>
              <a:cxnLst/>
              <a:rect l="textAreaLeft" t="textAreaTop" r="textAreaRight" b="textAreaBottom"/>
              <a:pathLst>
                <a:path w="113" h="26228">
                  <a:moveTo>
                    <a:pt x="1" y="0"/>
                  </a:moveTo>
                  <a:lnTo>
                    <a:pt x="1" y="26227"/>
                  </a:lnTo>
                  <a:lnTo>
                    <a:pt x="112" y="26227"/>
                  </a:lnTo>
                  <a:lnTo>
                    <a:pt x="112"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950;p16"/>
            <p:cNvSpPr/>
            <p:nvPr/>
          </p:nvSpPr>
          <p:spPr>
            <a:xfrm>
              <a:off x="0" y="309996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1"/>
                  </a:moveTo>
                  <a:lnTo>
                    <a:pt x="0" y="114"/>
                  </a:lnTo>
                  <a:lnTo>
                    <a:pt x="113414" y="114"/>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951;p16"/>
            <p:cNvSpPr/>
            <p:nvPr/>
          </p:nvSpPr>
          <p:spPr>
            <a:xfrm>
              <a:off x="0" y="34765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952;p16"/>
            <p:cNvSpPr/>
            <p:nvPr/>
          </p:nvSpPr>
          <p:spPr>
            <a:xfrm>
              <a:off x="0" y="385272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5">
                  <a:moveTo>
                    <a:pt x="0" y="1"/>
                  </a:moveTo>
                  <a:lnTo>
                    <a:pt x="0" y="114"/>
                  </a:lnTo>
                  <a:lnTo>
                    <a:pt x="113414" y="114"/>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953;p16"/>
            <p:cNvSpPr/>
            <p:nvPr/>
          </p:nvSpPr>
          <p:spPr>
            <a:xfrm>
              <a:off x="0" y="42296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3">
                  <a:moveTo>
                    <a:pt x="0" y="1"/>
                  </a:moveTo>
                  <a:lnTo>
                    <a:pt x="0" y="112"/>
                  </a:lnTo>
                  <a:lnTo>
                    <a:pt x="113414" y="112"/>
                  </a:lnTo>
                  <a:lnTo>
                    <a:pt x="113414" y="1"/>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954;p16"/>
            <p:cNvSpPr/>
            <p:nvPr/>
          </p:nvSpPr>
          <p:spPr>
            <a:xfrm>
              <a:off x="0" y="4605840"/>
              <a:ext cx="9143640" cy="9000"/>
            </a:xfrm>
            <a:custGeom>
              <a:avLst/>
              <a:gdLst>
                <a:gd name="textAreaLeft" fmla="*/ 0 w 9143640"/>
                <a:gd name="textAreaRight" fmla="*/ 9144000 w 9143640"/>
                <a:gd name="textAreaTop" fmla="*/ 0 h 9000"/>
                <a:gd name="textAreaBottom" fmla="*/ 9360 h 9000"/>
              </a:gdLst>
              <a:ahLst/>
              <a:cxnLst/>
              <a:rect l="textAreaLeft" t="textAreaTop" r="textAreaRight" b="textAreaBottom"/>
              <a:pathLst>
                <a:path w="113415" h="114">
                  <a:moveTo>
                    <a:pt x="0" y="0"/>
                  </a:moveTo>
                  <a:lnTo>
                    <a:pt x="0" y="113"/>
                  </a:lnTo>
                  <a:lnTo>
                    <a:pt x="113414" y="113"/>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680" bIns="4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955;p16"/>
            <p:cNvSpPr/>
            <p:nvPr/>
          </p:nvSpPr>
          <p:spPr>
            <a:xfrm>
              <a:off x="0" y="4982760"/>
              <a:ext cx="9143640" cy="8640"/>
            </a:xfrm>
            <a:custGeom>
              <a:avLst/>
              <a:gdLst>
                <a:gd name="textAreaLeft" fmla="*/ 0 w 9143640"/>
                <a:gd name="textAreaRight" fmla="*/ 9144000 w 9143640"/>
                <a:gd name="textAreaTop" fmla="*/ 0 h 8640"/>
                <a:gd name="textAreaBottom" fmla="*/ 9000 h 8640"/>
              </a:gdLst>
              <a:ahLst/>
              <a:cxnLst/>
              <a:rect l="textAreaLeft" t="textAreaTop" r="textAreaRight" b="textAreaBottom"/>
              <a:pathLst>
                <a:path w="113415" h="112">
                  <a:moveTo>
                    <a:pt x="0" y="0"/>
                  </a:moveTo>
                  <a:lnTo>
                    <a:pt x="0" y="112"/>
                  </a:lnTo>
                  <a:lnTo>
                    <a:pt x="113414" y="112"/>
                  </a:lnTo>
                  <a:lnTo>
                    <a:pt x="113414" y="0"/>
                  </a:lnTo>
                  <a:close/>
                </a:path>
              </a:pathLst>
            </a:custGeom>
            <a:solidFill>
              <a:srgbClr val="434D7F">
                <a:alpha val="40000"/>
              </a:srgbClr>
            </a:solidFill>
            <a:ln w="0">
              <a:noFill/>
            </a:ln>
          </p:spPr>
          <p:style>
            <a:lnRef idx="0">
              <a:scrgbClr r="0" g="0" b="0"/>
            </a:lnRef>
            <a:fillRef idx="0">
              <a:scrgbClr r="0" g="0" b="0"/>
            </a:fillRef>
            <a:effectRef idx="0">
              <a:scrgbClr r="0" g="0" b="0"/>
            </a:effectRef>
            <a:fontRef idx="minor"/>
          </p:style>
          <p:txBody>
            <a:bodyPr tIns="4320" bIns="4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20" name="Google Shape;956;p16"/>
          <p:cNvGrpSpPr/>
          <p:nvPr/>
        </p:nvGrpSpPr>
        <p:grpSpPr>
          <a:xfrm>
            <a:off x="502560" y="399960"/>
            <a:ext cx="8138880" cy="4343040"/>
            <a:chOff x="502560" y="399960"/>
            <a:chExt cx="8138880" cy="4343040"/>
          </a:xfrm>
        </p:grpSpPr>
        <p:sp>
          <p:nvSpPr>
            <p:cNvPr id="421" name="Google Shape;957;p16"/>
            <p:cNvSpPr/>
            <p:nvPr/>
          </p:nvSpPr>
          <p:spPr>
            <a:xfrm>
              <a:off x="550800" y="448920"/>
              <a:ext cx="378000" cy="4245840"/>
            </a:xfrm>
            <a:custGeom>
              <a:avLst/>
              <a:gdLst>
                <a:gd name="textAreaLeft" fmla="*/ 0 w 378000"/>
                <a:gd name="textAreaRight" fmla="*/ 378360 w 378000"/>
                <a:gd name="textAreaTop" fmla="*/ 0 h 4245840"/>
                <a:gd name="textAreaBottom" fmla="*/ 4246200 h 4245840"/>
              </a:gdLst>
              <a:ahLst/>
              <a:cxnLst/>
              <a:rect l="textAreaLeft" t="textAreaTop" r="textAreaRight" b="textAreaBottom"/>
              <a:pathLst>
                <a:path w="1834" h="20586">
                  <a:moveTo>
                    <a:pt x="1147" y="1"/>
                  </a:moveTo>
                  <a:cubicBezTo>
                    <a:pt x="515" y="1"/>
                    <a:pt x="1" y="509"/>
                    <a:pt x="1" y="1139"/>
                  </a:cubicBezTo>
                  <a:lnTo>
                    <a:pt x="1" y="1854"/>
                  </a:lnTo>
                  <a:cubicBezTo>
                    <a:pt x="440" y="1854"/>
                    <a:pt x="796" y="2209"/>
                    <a:pt x="796" y="2645"/>
                  </a:cubicBezTo>
                  <a:cubicBezTo>
                    <a:pt x="796" y="3081"/>
                    <a:pt x="440" y="3433"/>
                    <a:pt x="1" y="3433"/>
                  </a:cubicBezTo>
                  <a:lnTo>
                    <a:pt x="1" y="4390"/>
                  </a:lnTo>
                  <a:cubicBezTo>
                    <a:pt x="440" y="4390"/>
                    <a:pt x="796" y="4745"/>
                    <a:pt x="796" y="5181"/>
                  </a:cubicBezTo>
                  <a:cubicBezTo>
                    <a:pt x="796" y="5615"/>
                    <a:pt x="440" y="5969"/>
                    <a:pt x="1" y="5969"/>
                  </a:cubicBezTo>
                  <a:lnTo>
                    <a:pt x="1" y="6924"/>
                  </a:lnTo>
                  <a:cubicBezTo>
                    <a:pt x="440" y="6924"/>
                    <a:pt x="796" y="7281"/>
                    <a:pt x="796" y="7717"/>
                  </a:cubicBezTo>
                  <a:cubicBezTo>
                    <a:pt x="796" y="8151"/>
                    <a:pt x="440" y="8505"/>
                    <a:pt x="1" y="8505"/>
                  </a:cubicBezTo>
                  <a:lnTo>
                    <a:pt x="1" y="9460"/>
                  </a:lnTo>
                  <a:cubicBezTo>
                    <a:pt x="440" y="9460"/>
                    <a:pt x="796" y="9815"/>
                    <a:pt x="796" y="10251"/>
                  </a:cubicBezTo>
                  <a:cubicBezTo>
                    <a:pt x="796" y="10687"/>
                    <a:pt x="440" y="11041"/>
                    <a:pt x="1" y="11041"/>
                  </a:cubicBezTo>
                  <a:lnTo>
                    <a:pt x="1" y="11996"/>
                  </a:lnTo>
                  <a:cubicBezTo>
                    <a:pt x="440" y="11996"/>
                    <a:pt x="796" y="12351"/>
                    <a:pt x="796" y="12787"/>
                  </a:cubicBezTo>
                  <a:cubicBezTo>
                    <a:pt x="796" y="13222"/>
                    <a:pt x="440" y="13575"/>
                    <a:pt x="1" y="13575"/>
                  </a:cubicBezTo>
                  <a:lnTo>
                    <a:pt x="1" y="14532"/>
                  </a:lnTo>
                  <a:cubicBezTo>
                    <a:pt x="440" y="14532"/>
                    <a:pt x="796" y="14886"/>
                    <a:pt x="796" y="15322"/>
                  </a:cubicBezTo>
                  <a:cubicBezTo>
                    <a:pt x="796" y="15758"/>
                    <a:pt x="440" y="16111"/>
                    <a:pt x="1" y="16111"/>
                  </a:cubicBezTo>
                  <a:lnTo>
                    <a:pt x="1" y="17068"/>
                  </a:lnTo>
                  <a:cubicBezTo>
                    <a:pt x="440" y="17068"/>
                    <a:pt x="796" y="17422"/>
                    <a:pt x="796" y="17856"/>
                  </a:cubicBezTo>
                  <a:cubicBezTo>
                    <a:pt x="796" y="18292"/>
                    <a:pt x="440" y="18647"/>
                    <a:pt x="1" y="18647"/>
                  </a:cubicBezTo>
                  <a:lnTo>
                    <a:pt x="1" y="19448"/>
                  </a:lnTo>
                  <a:cubicBezTo>
                    <a:pt x="1" y="20077"/>
                    <a:pt x="515" y="20586"/>
                    <a:pt x="1147" y="20586"/>
                  </a:cubicBezTo>
                  <a:lnTo>
                    <a:pt x="1833" y="20586"/>
                  </a:lnTo>
                  <a:lnTo>
                    <a:pt x="1833"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2" name="Google Shape;958;p16"/>
            <p:cNvSpPr/>
            <p:nvPr/>
          </p:nvSpPr>
          <p:spPr>
            <a:xfrm>
              <a:off x="929160" y="448920"/>
              <a:ext cx="7663320" cy="4245840"/>
            </a:xfrm>
            <a:custGeom>
              <a:avLst/>
              <a:gdLst>
                <a:gd name="textAreaLeft" fmla="*/ 0 w 7663320"/>
                <a:gd name="textAreaRight" fmla="*/ 7663680 w 7663320"/>
                <a:gd name="textAreaTop" fmla="*/ 0 h 4245840"/>
                <a:gd name="textAreaBottom" fmla="*/ 4246200 h 4245840"/>
              </a:gdLst>
              <a:ahLst/>
              <a:cxnLst/>
              <a:rect l="textAreaLeft" t="textAreaTop" r="textAreaRight" b="textAreaBottom"/>
              <a:pathLst>
                <a:path w="37156" h="20586">
                  <a:moveTo>
                    <a:pt x="0" y="1"/>
                  </a:moveTo>
                  <a:lnTo>
                    <a:pt x="0" y="20586"/>
                  </a:lnTo>
                  <a:lnTo>
                    <a:pt x="36303" y="20586"/>
                  </a:lnTo>
                  <a:cubicBezTo>
                    <a:pt x="36773" y="20586"/>
                    <a:pt x="37156" y="20205"/>
                    <a:pt x="37156" y="19733"/>
                  </a:cubicBezTo>
                  <a:lnTo>
                    <a:pt x="37156" y="851"/>
                  </a:lnTo>
                  <a:cubicBezTo>
                    <a:pt x="37156" y="382"/>
                    <a:pt x="36773" y="1"/>
                    <a:pt x="3630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3" name="Google Shape;959;p16"/>
            <p:cNvSpPr/>
            <p:nvPr/>
          </p:nvSpPr>
          <p:spPr>
            <a:xfrm>
              <a:off x="502560" y="399960"/>
              <a:ext cx="333720" cy="497520"/>
            </a:xfrm>
            <a:custGeom>
              <a:avLst/>
              <a:gdLst>
                <a:gd name="textAreaLeft" fmla="*/ 0 w 333720"/>
                <a:gd name="textAreaRight" fmla="*/ 334080 w 333720"/>
                <a:gd name="textAreaTop" fmla="*/ 0 h 497520"/>
                <a:gd name="textAreaBottom" fmla="*/ 497880 h 497520"/>
              </a:gdLst>
              <a:ahLst/>
              <a:cxnLst/>
              <a:rect l="textAreaLeft" t="textAreaTop" r="textAreaRight" b="textAreaBottom"/>
              <a:pathLst>
                <a:path w="1619" h="2413">
                  <a:moveTo>
                    <a:pt x="1382" y="0"/>
                  </a:moveTo>
                  <a:cubicBezTo>
                    <a:pt x="620" y="0"/>
                    <a:pt x="0" y="617"/>
                    <a:pt x="0" y="1376"/>
                  </a:cubicBezTo>
                  <a:lnTo>
                    <a:pt x="0" y="2177"/>
                  </a:lnTo>
                  <a:cubicBezTo>
                    <a:pt x="0" y="2308"/>
                    <a:pt x="106" y="2412"/>
                    <a:pt x="236" y="2412"/>
                  </a:cubicBezTo>
                  <a:cubicBezTo>
                    <a:pt x="367" y="2412"/>
                    <a:pt x="473" y="2308"/>
                    <a:pt x="473" y="2177"/>
                  </a:cubicBezTo>
                  <a:lnTo>
                    <a:pt x="473" y="1376"/>
                  </a:lnTo>
                  <a:cubicBezTo>
                    <a:pt x="473" y="878"/>
                    <a:pt x="881" y="474"/>
                    <a:pt x="1382" y="474"/>
                  </a:cubicBezTo>
                  <a:cubicBezTo>
                    <a:pt x="1512" y="474"/>
                    <a:pt x="1618" y="367"/>
                    <a:pt x="1618" y="238"/>
                  </a:cubicBezTo>
                  <a:cubicBezTo>
                    <a:pt x="1618" y="107"/>
                    <a:pt x="1512" y="0"/>
                    <a:pt x="1382"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4" name="Google Shape;960;p16"/>
            <p:cNvSpPr/>
            <p:nvPr/>
          </p:nvSpPr>
          <p:spPr>
            <a:xfrm>
              <a:off x="502560" y="4246200"/>
              <a:ext cx="474840" cy="496800"/>
            </a:xfrm>
            <a:custGeom>
              <a:avLst/>
              <a:gdLst>
                <a:gd name="textAreaLeft" fmla="*/ 0 w 474840"/>
                <a:gd name="textAreaRight" fmla="*/ 475200 w 474840"/>
                <a:gd name="textAreaTop" fmla="*/ 0 h 496800"/>
                <a:gd name="textAreaBottom" fmla="*/ 497160 h 496800"/>
              </a:gdLst>
              <a:ahLst/>
              <a:cxnLst/>
              <a:rect l="textAreaLeft" t="textAreaTop" r="textAreaRight" b="textAreaBottom"/>
              <a:pathLst>
                <a:path w="2304" h="2411">
                  <a:moveTo>
                    <a:pt x="236" y="0"/>
                  </a:moveTo>
                  <a:cubicBezTo>
                    <a:pt x="106" y="0"/>
                    <a:pt x="0" y="106"/>
                    <a:pt x="0" y="236"/>
                  </a:cubicBezTo>
                  <a:lnTo>
                    <a:pt x="0" y="1037"/>
                  </a:lnTo>
                  <a:cubicBezTo>
                    <a:pt x="0" y="1795"/>
                    <a:pt x="620" y="2410"/>
                    <a:pt x="1382" y="2410"/>
                  </a:cubicBezTo>
                  <a:lnTo>
                    <a:pt x="2068" y="2410"/>
                  </a:lnTo>
                  <a:cubicBezTo>
                    <a:pt x="2199" y="2410"/>
                    <a:pt x="2304" y="2306"/>
                    <a:pt x="2304" y="2175"/>
                  </a:cubicBezTo>
                  <a:cubicBezTo>
                    <a:pt x="2304" y="2043"/>
                    <a:pt x="2199" y="1939"/>
                    <a:pt x="2068" y="1939"/>
                  </a:cubicBezTo>
                  <a:lnTo>
                    <a:pt x="1382" y="1939"/>
                  </a:lnTo>
                  <a:cubicBezTo>
                    <a:pt x="881" y="1939"/>
                    <a:pt x="473" y="1535"/>
                    <a:pt x="473" y="1037"/>
                  </a:cubicBezTo>
                  <a:lnTo>
                    <a:pt x="473" y="236"/>
                  </a:lnTo>
                  <a:cubicBezTo>
                    <a:pt x="473" y="106"/>
                    <a:pt x="367" y="0"/>
                    <a:pt x="236"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5" name="Google Shape;961;p16"/>
            <p:cNvSpPr/>
            <p:nvPr/>
          </p:nvSpPr>
          <p:spPr>
            <a:xfrm>
              <a:off x="7643160" y="3940920"/>
              <a:ext cx="998280" cy="802080"/>
            </a:xfrm>
            <a:custGeom>
              <a:avLst/>
              <a:gdLst>
                <a:gd name="textAreaLeft" fmla="*/ 0 w 998280"/>
                <a:gd name="textAreaRight" fmla="*/ 998640 w 998280"/>
                <a:gd name="textAreaTop" fmla="*/ 0 h 802080"/>
                <a:gd name="textAreaBottom" fmla="*/ 802440 h 802080"/>
              </a:gdLst>
              <a:ahLst/>
              <a:cxnLst/>
              <a:rect l="textAreaLeft" t="textAreaTop" r="textAreaRight" b="textAreaBottom"/>
              <a:pathLst>
                <a:path w="4841" h="3891">
                  <a:moveTo>
                    <a:pt x="4605" y="0"/>
                  </a:moveTo>
                  <a:cubicBezTo>
                    <a:pt x="4473" y="0"/>
                    <a:pt x="4367" y="107"/>
                    <a:pt x="4367" y="236"/>
                  </a:cubicBezTo>
                  <a:lnTo>
                    <a:pt x="4367" y="2802"/>
                  </a:lnTo>
                  <a:cubicBezTo>
                    <a:pt x="4367" y="3142"/>
                    <a:pt x="4092" y="3419"/>
                    <a:pt x="3752" y="3419"/>
                  </a:cubicBezTo>
                  <a:lnTo>
                    <a:pt x="238" y="3419"/>
                  </a:lnTo>
                  <a:cubicBezTo>
                    <a:pt x="107" y="3419"/>
                    <a:pt x="1" y="3523"/>
                    <a:pt x="1" y="3655"/>
                  </a:cubicBezTo>
                  <a:cubicBezTo>
                    <a:pt x="1" y="3786"/>
                    <a:pt x="107" y="3890"/>
                    <a:pt x="238" y="3890"/>
                  </a:cubicBezTo>
                  <a:lnTo>
                    <a:pt x="3752" y="3890"/>
                  </a:lnTo>
                  <a:cubicBezTo>
                    <a:pt x="4353" y="3890"/>
                    <a:pt x="4840" y="3403"/>
                    <a:pt x="4840" y="2802"/>
                  </a:cubicBezTo>
                  <a:lnTo>
                    <a:pt x="4840" y="236"/>
                  </a:lnTo>
                  <a:cubicBezTo>
                    <a:pt x="4840" y="107"/>
                    <a:pt x="4734" y="0"/>
                    <a:pt x="4605"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26" name="PlaceHolder 1"/>
          <p:cNvSpPr>
            <a:spLocks noGrp="1"/>
          </p:cNvSpPr>
          <p:nvPr>
            <p:ph type="title"/>
          </p:nvPr>
        </p:nvSpPr>
        <p:spPr>
          <a:xfrm>
            <a:off x="1024920" y="1789920"/>
            <a:ext cx="3597480" cy="11725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dk2"/>
        </a:solidFill>
        <a:effectLst/>
      </p:bgPr>
    </p:bg>
    <p:spTree>
      <p:nvGrpSpPr>
        <p:cNvPr id="1" name=""/>
        <p:cNvGrpSpPr/>
        <p:nvPr/>
      </p:nvGrpSpPr>
      <p:grpSpPr>
        <a:xfrm>
          <a:off x="0" y="0"/>
          <a:ext cx="0" cy="0"/>
          <a:chOff x="0" y="0"/>
          <a:chExt cx="0" cy="0"/>
        </a:xfrm>
      </p:grpSpPr>
      <p:sp>
        <p:nvSpPr>
          <p:cNvPr id="1982" name="PlaceHolder 1"/>
          <p:cNvSpPr>
            <a:spLocks noGrp="1"/>
          </p:cNvSpPr>
          <p:nvPr>
            <p:ph type="title"/>
          </p:nvPr>
        </p:nvSpPr>
        <p:spPr>
          <a:xfrm>
            <a:off x="1118160" y="4014360"/>
            <a:ext cx="690732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983"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0" name="PlaceHolder 1"/>
          <p:cNvSpPr>
            <a:spLocks noGrp="1"/>
          </p:cNvSpPr>
          <p:nvPr>
            <p:ph type="title"/>
          </p:nvPr>
        </p:nvSpPr>
        <p:spPr>
          <a:xfrm>
            <a:off x="1028880" y="1456920"/>
            <a:ext cx="3976257" cy="18642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4800" b="1" u="sng" strike="noStrike" dirty="0">
                <a:solidFill>
                  <a:schemeClr val="bg1">
                    <a:lumMod val="25000"/>
                  </a:schemeClr>
                </a:solidFill>
                <a:effectLst/>
                <a:uFillTx/>
                <a:latin typeface="Algerian" panose="04020705040A02060702" pitchFamily="82" charset="0"/>
                <a:ea typeface="Varela Round"/>
              </a:rPr>
              <a:t>Revision Buddy</a:t>
            </a:r>
            <a:endParaRPr lang="fr-FR" sz="4800" b="1" u="sng" strike="noStrike" dirty="0">
              <a:solidFill>
                <a:schemeClr val="bg1">
                  <a:lumMod val="25000"/>
                </a:schemeClr>
              </a:solidFill>
              <a:effectLst/>
              <a:uFillTx/>
              <a:latin typeface="Algerian" panose="04020705040A02060702" pitchFamily="82" charset="0"/>
            </a:endParaRPr>
          </a:p>
        </p:txBody>
      </p:sp>
      <p:sp>
        <p:nvSpPr>
          <p:cNvPr id="2031" name="PlaceHolder 2"/>
          <p:cNvSpPr>
            <a:spLocks noGrp="1"/>
          </p:cNvSpPr>
          <p:nvPr>
            <p:ph type="subTitle"/>
          </p:nvPr>
        </p:nvSpPr>
        <p:spPr>
          <a:xfrm>
            <a:off x="1028880" y="3076560"/>
            <a:ext cx="2174958" cy="574003"/>
          </a:xfrm>
          <a:prstGeom prst="rect">
            <a:avLst/>
          </a:prstGeom>
          <a:noFill/>
          <a:ln w="0">
            <a:noFill/>
          </a:ln>
        </p:spPr>
        <p:txBody>
          <a:bodyPr wrap="square" lIns="91440" tIns="91440" rIns="91440" bIns="91440" anchor="t">
            <a:spAutoFit/>
          </a:bodyPr>
          <a:lstStyle/>
          <a:p>
            <a:pPr indent="0" algn="ctr">
              <a:buNone/>
            </a:pPr>
            <a:r>
              <a:rPr lang="en-US" sz="1400" b="0" u="none" strike="noStrike" dirty="0">
                <a:solidFill>
                  <a:schemeClr val="dk1"/>
                </a:solidFill>
                <a:effectLst/>
                <a:uFillTx/>
                <a:latin typeface="Tw Cen MT" panose="020B0602020104020603" pitchFamily="34" charset="0"/>
                <a:ea typeface="Varela Round"/>
              </a:rPr>
              <a:t>An ultimate place to revise</a:t>
            </a:r>
          </a:p>
          <a:p>
            <a:pPr indent="0" algn="ctr">
              <a:buNone/>
            </a:pPr>
            <a:r>
              <a:rPr lang="en-US" sz="1400" b="0" u="none" strike="noStrike" dirty="0">
                <a:solidFill>
                  <a:schemeClr val="dk1"/>
                </a:solidFill>
                <a:effectLst/>
                <a:uFillTx/>
                <a:latin typeface="Tw Cen MT" panose="020B0602020104020603" pitchFamily="34" charset="0"/>
                <a:ea typeface="Varela Round"/>
              </a:rPr>
              <a:t> smarter , faster and better</a:t>
            </a:r>
            <a:r>
              <a:rPr lang="en-US" sz="1400" b="0" u="none" strike="noStrike" dirty="0">
                <a:solidFill>
                  <a:schemeClr val="dk1"/>
                </a:solidFill>
                <a:effectLst/>
                <a:uFillTx/>
                <a:latin typeface="Varela Round"/>
                <a:ea typeface="Varela Round"/>
              </a:rPr>
              <a:t>!</a:t>
            </a:r>
          </a:p>
        </p:txBody>
      </p:sp>
      <p:sp>
        <p:nvSpPr>
          <p:cNvPr id="2048" name="Google Shape;2243;p38"/>
          <p:cNvSpPr/>
          <p:nvPr/>
        </p:nvSpPr>
        <p:spPr>
          <a:xfrm>
            <a:off x="5604480" y="225180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9" name="Google Shape;2244;p38"/>
          <p:cNvSpPr/>
          <p:nvPr/>
        </p:nvSpPr>
        <p:spPr>
          <a:xfrm>
            <a:off x="4317618" y="664020"/>
            <a:ext cx="1024403" cy="489240"/>
          </a:xfrm>
          <a:custGeom>
            <a:avLst/>
            <a:gdLst>
              <a:gd name="textAreaLeft" fmla="*/ 0 w 1236600"/>
              <a:gd name="textAreaRight" fmla="*/ 1236960 w 1236600"/>
              <a:gd name="textAreaTop" fmla="*/ 0 h 489240"/>
              <a:gd name="textAreaBottom" fmla="*/ 489600 h 489240"/>
            </a:gdLst>
            <a:ahLst/>
            <a:cxnLst/>
            <a:rect l="textAreaLeft" t="textAreaTop" r="textAreaRight" b="textAreaBottom"/>
            <a:pathLst>
              <a:path w="36083" h="14031">
                <a:moveTo>
                  <a:pt x="18007" y="0"/>
                </a:moveTo>
                <a:cubicBezTo>
                  <a:pt x="15994" y="0"/>
                  <a:pt x="14021" y="912"/>
                  <a:pt x="12749" y="2604"/>
                </a:cubicBezTo>
                <a:cubicBezTo>
                  <a:pt x="12302" y="3196"/>
                  <a:pt x="11957" y="3864"/>
                  <a:pt x="11732" y="4571"/>
                </a:cubicBezTo>
                <a:cubicBezTo>
                  <a:pt x="11672" y="4757"/>
                  <a:pt x="11622" y="4945"/>
                  <a:pt x="11581" y="5134"/>
                </a:cubicBezTo>
                <a:cubicBezTo>
                  <a:pt x="11547" y="5292"/>
                  <a:pt x="11570" y="5420"/>
                  <a:pt x="11435" y="5420"/>
                </a:cubicBezTo>
                <a:cubicBezTo>
                  <a:pt x="11415" y="5420"/>
                  <a:pt x="11391" y="5417"/>
                  <a:pt x="11363" y="5411"/>
                </a:cubicBezTo>
                <a:cubicBezTo>
                  <a:pt x="11163" y="5370"/>
                  <a:pt x="10965" y="5248"/>
                  <a:pt x="10766" y="5189"/>
                </a:cubicBezTo>
                <a:cubicBezTo>
                  <a:pt x="10552" y="5127"/>
                  <a:pt x="10335" y="5083"/>
                  <a:pt x="10116" y="5053"/>
                </a:cubicBezTo>
                <a:cubicBezTo>
                  <a:pt x="9899" y="5022"/>
                  <a:pt x="9681" y="5007"/>
                  <a:pt x="9464" y="5007"/>
                </a:cubicBezTo>
                <a:cubicBezTo>
                  <a:pt x="8125" y="5007"/>
                  <a:pt x="6822" y="5578"/>
                  <a:pt x="5937" y="6609"/>
                </a:cubicBezTo>
                <a:cubicBezTo>
                  <a:pt x="5452" y="7174"/>
                  <a:pt x="5202" y="7782"/>
                  <a:pt x="4945" y="8468"/>
                </a:cubicBezTo>
                <a:cubicBezTo>
                  <a:pt x="4808" y="8829"/>
                  <a:pt x="4418" y="8774"/>
                  <a:pt x="4092" y="8842"/>
                </a:cubicBezTo>
                <a:cubicBezTo>
                  <a:pt x="3738" y="8914"/>
                  <a:pt x="3396" y="9036"/>
                  <a:pt x="3068" y="9191"/>
                </a:cubicBezTo>
                <a:cubicBezTo>
                  <a:pt x="1829" y="9775"/>
                  <a:pt x="851" y="10920"/>
                  <a:pt x="456" y="12232"/>
                </a:cubicBezTo>
                <a:cubicBezTo>
                  <a:pt x="312" y="12705"/>
                  <a:pt x="1" y="13789"/>
                  <a:pt x="681" y="13988"/>
                </a:cubicBezTo>
                <a:cubicBezTo>
                  <a:pt x="727" y="14014"/>
                  <a:pt x="782" y="14030"/>
                  <a:pt x="848" y="14030"/>
                </a:cubicBezTo>
                <a:lnTo>
                  <a:pt x="35235" y="14030"/>
                </a:lnTo>
                <a:cubicBezTo>
                  <a:pt x="35301" y="14030"/>
                  <a:pt x="35357" y="14014"/>
                  <a:pt x="35402" y="13988"/>
                </a:cubicBezTo>
                <a:cubicBezTo>
                  <a:pt x="36082" y="13789"/>
                  <a:pt x="35770" y="12705"/>
                  <a:pt x="35627" y="12232"/>
                </a:cubicBezTo>
                <a:cubicBezTo>
                  <a:pt x="35232" y="10920"/>
                  <a:pt x="34255" y="9775"/>
                  <a:pt x="33015" y="9191"/>
                </a:cubicBezTo>
                <a:cubicBezTo>
                  <a:pt x="32687" y="9036"/>
                  <a:pt x="32345" y="8914"/>
                  <a:pt x="31990" y="8842"/>
                </a:cubicBezTo>
                <a:cubicBezTo>
                  <a:pt x="31664" y="8774"/>
                  <a:pt x="31274" y="8829"/>
                  <a:pt x="31138" y="8468"/>
                </a:cubicBezTo>
                <a:cubicBezTo>
                  <a:pt x="30881" y="7782"/>
                  <a:pt x="30631" y="7174"/>
                  <a:pt x="30146" y="6609"/>
                </a:cubicBezTo>
                <a:cubicBezTo>
                  <a:pt x="29263" y="5578"/>
                  <a:pt x="27958" y="5007"/>
                  <a:pt x="26619" y="5007"/>
                </a:cubicBezTo>
                <a:cubicBezTo>
                  <a:pt x="26402" y="5007"/>
                  <a:pt x="26184" y="5022"/>
                  <a:pt x="25967" y="5053"/>
                </a:cubicBezTo>
                <a:cubicBezTo>
                  <a:pt x="25747" y="5083"/>
                  <a:pt x="25531" y="5127"/>
                  <a:pt x="25317" y="5189"/>
                </a:cubicBezTo>
                <a:cubicBezTo>
                  <a:pt x="25118" y="5248"/>
                  <a:pt x="24920" y="5370"/>
                  <a:pt x="24720" y="5411"/>
                </a:cubicBezTo>
                <a:cubicBezTo>
                  <a:pt x="24692" y="5417"/>
                  <a:pt x="24668" y="5420"/>
                  <a:pt x="24648" y="5420"/>
                </a:cubicBezTo>
                <a:cubicBezTo>
                  <a:pt x="24513" y="5420"/>
                  <a:pt x="24535" y="5292"/>
                  <a:pt x="24502" y="5134"/>
                </a:cubicBezTo>
                <a:cubicBezTo>
                  <a:pt x="24461" y="4945"/>
                  <a:pt x="24411" y="4757"/>
                  <a:pt x="24353" y="4571"/>
                </a:cubicBezTo>
                <a:cubicBezTo>
                  <a:pt x="24126" y="3864"/>
                  <a:pt x="23780" y="3196"/>
                  <a:pt x="23334" y="2604"/>
                </a:cubicBezTo>
                <a:cubicBezTo>
                  <a:pt x="22062" y="912"/>
                  <a:pt x="20089" y="0"/>
                  <a:pt x="18077" y="0"/>
                </a:cubicBezTo>
                <a:cubicBezTo>
                  <a:pt x="18066" y="0"/>
                  <a:pt x="18054" y="1"/>
                  <a:pt x="18042" y="1"/>
                </a:cubicBezTo>
                <a:cubicBezTo>
                  <a:pt x="18031" y="1"/>
                  <a:pt x="18019" y="0"/>
                  <a:pt x="1800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2050" name="Google Shape;2245;p38"/>
          <p:cNvSpPr/>
          <p:nvPr/>
        </p:nvSpPr>
        <p:spPr>
          <a:xfrm>
            <a:off x="8016120" y="4222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1" name="Google Shape;2246;p38"/>
          <p:cNvSpPr/>
          <p:nvPr/>
        </p:nvSpPr>
        <p:spPr>
          <a:xfrm>
            <a:off x="1118520" y="1270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2" name="Google Shape;2247;p38"/>
          <p:cNvSpPr/>
          <p:nvPr/>
        </p:nvSpPr>
        <p:spPr>
          <a:xfrm>
            <a:off x="1507680" y="722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3" name="Google Shape;2248;p38"/>
          <p:cNvSpPr/>
          <p:nvPr/>
        </p:nvSpPr>
        <p:spPr>
          <a:xfrm>
            <a:off x="8148600" y="58968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3" name="Picture 2">
            <a:extLst>
              <a:ext uri="{FF2B5EF4-FFF2-40B4-BE49-F238E27FC236}">
                <a16:creationId xmlns:a16="http://schemas.microsoft.com/office/drawing/2014/main" id="{78B2CF77-B7F5-4DFA-4909-FD4C55222B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9443" y="1299865"/>
            <a:ext cx="2605677" cy="260567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PlaceHolder 1"/>
          <p:cNvSpPr>
            <a:spLocks noGrp="1"/>
          </p:cNvSpPr>
          <p:nvPr>
            <p:ph type="title"/>
          </p:nvPr>
        </p:nvSpPr>
        <p:spPr>
          <a:xfrm>
            <a:off x="1028880" y="1790640"/>
            <a:ext cx="3600000" cy="117108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500" b="1" strike="noStrike" dirty="0">
                <a:solidFill>
                  <a:schemeClr val="dk1"/>
                </a:solidFill>
                <a:effectLst/>
                <a:uFillTx/>
                <a:latin typeface="Algerian" panose="04020705040A02060702" pitchFamily="82" charset="0"/>
                <a:ea typeface="Varela Round"/>
              </a:rPr>
              <a:t>Welcome and overview</a:t>
            </a:r>
            <a:endParaRPr lang="fr-FR" sz="3500" b="0" strike="noStrike" dirty="0">
              <a:solidFill>
                <a:schemeClr val="dk1"/>
              </a:solidFill>
              <a:effectLst/>
              <a:uFillTx/>
              <a:latin typeface="Algerian" panose="04020705040A02060702" pitchFamily="82" charset="0"/>
            </a:endParaRPr>
          </a:p>
        </p:txBody>
      </p:sp>
      <p:sp>
        <p:nvSpPr>
          <p:cNvPr id="2055" name="PlaceHolder 2"/>
          <p:cNvSpPr>
            <a:spLocks noGrp="1"/>
          </p:cNvSpPr>
          <p:nvPr>
            <p:ph type="subTitle"/>
          </p:nvPr>
        </p:nvSpPr>
        <p:spPr>
          <a:xfrm>
            <a:off x="1028880" y="3076560"/>
            <a:ext cx="3600000" cy="942480"/>
          </a:xfrm>
          <a:prstGeom prst="rect">
            <a:avLst/>
          </a:prstGeom>
          <a:noFill/>
          <a:ln w="0">
            <a:noFill/>
          </a:ln>
        </p:spPr>
        <p:txBody>
          <a:bodyPr lIns="91440" tIns="91440" rIns="91440" bIns="91440" anchor="t">
            <a:normAutofit fontScale="77500" lnSpcReduction="20000"/>
          </a:bodyPr>
          <a:lstStyle/>
          <a:p>
            <a:pPr indent="0">
              <a:lnSpc>
                <a:spcPct val="150000"/>
              </a:lnSpc>
              <a:buNone/>
              <a:tabLst>
                <a:tab pos="0" algn="l"/>
              </a:tabLst>
            </a:pPr>
            <a:r>
              <a:rPr lang="en-US" sz="1200" b="0" u="none" strike="noStrike">
                <a:solidFill>
                  <a:schemeClr val="dk1"/>
                </a:solidFill>
                <a:effectLst/>
                <a:uFillTx/>
                <a:latin typeface="Varela Round"/>
                <a:ea typeface="Varela Round"/>
              </a:rPr>
              <a:t>Revision Buddy is designed to help you study more efficiently by offering tools that fit your style. Whether you prefer practicing questions or reviewing notes, we have you covered to help boost your confidence and understanding.</a:t>
            </a:r>
            <a:endParaRPr lang="en-US" sz="1200" b="0" u="none" strike="noStrike">
              <a:solidFill>
                <a:srgbClr val="000000"/>
              </a:solidFill>
              <a:effectLst/>
              <a:uFillTx/>
              <a:latin typeface="OpenSymbol"/>
            </a:endParaRPr>
          </a:p>
        </p:txBody>
      </p:sp>
      <p:sp>
        <p:nvSpPr>
          <p:cNvPr id="2072" name="Google Shape;2243;p38"/>
          <p:cNvSpPr/>
          <p:nvPr/>
        </p:nvSpPr>
        <p:spPr>
          <a:xfrm>
            <a:off x="5604480" y="225180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4" name="Google Shape;2245;p38"/>
          <p:cNvSpPr/>
          <p:nvPr/>
        </p:nvSpPr>
        <p:spPr>
          <a:xfrm>
            <a:off x="8016120" y="4222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5" name="Google Shape;2246;p38"/>
          <p:cNvSpPr/>
          <p:nvPr/>
        </p:nvSpPr>
        <p:spPr>
          <a:xfrm>
            <a:off x="1118520" y="1270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6" name="Google Shape;2247;p38"/>
          <p:cNvSpPr/>
          <p:nvPr/>
        </p:nvSpPr>
        <p:spPr>
          <a:xfrm>
            <a:off x="1507680" y="722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7" name="Google Shape;2248;p38"/>
          <p:cNvSpPr/>
          <p:nvPr/>
        </p:nvSpPr>
        <p:spPr>
          <a:xfrm>
            <a:off x="8148600" y="58968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3" name="Picture 2">
            <a:extLst>
              <a:ext uri="{FF2B5EF4-FFF2-40B4-BE49-F238E27FC236}">
                <a16:creationId xmlns:a16="http://schemas.microsoft.com/office/drawing/2014/main" id="{EA98EEC1-4E74-CDE5-F5A5-E7BC85DA9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8575" y="1166521"/>
            <a:ext cx="2867025" cy="2642820"/>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5" name="PlaceHolder 1"/>
          <p:cNvSpPr>
            <a:spLocks noGrp="1"/>
          </p:cNvSpPr>
          <p:nvPr>
            <p:ph type="title"/>
          </p:nvPr>
        </p:nvSpPr>
        <p:spPr>
          <a:xfrm>
            <a:off x="723960" y="398761"/>
            <a:ext cx="3933360" cy="1223783"/>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500" b="1" u="sng" dirty="0">
                <a:solidFill>
                  <a:schemeClr val="dk1"/>
                </a:solidFill>
                <a:latin typeface="Algerian" panose="04020705040A02060702" pitchFamily="82" charset="0"/>
              </a:rPr>
              <a:t>TECHNOLOGY STACK</a:t>
            </a:r>
            <a:br>
              <a:rPr lang="en-US" sz="3500" b="1" u="sng" dirty="0">
                <a:solidFill>
                  <a:schemeClr val="dk1"/>
                </a:solidFill>
                <a:latin typeface="Algerian" panose="04020705040A02060702" pitchFamily="82" charset="0"/>
              </a:rPr>
            </a:br>
            <a:endParaRPr lang="fr-FR" sz="3500" b="0" u="sng" strike="noStrike" dirty="0">
              <a:solidFill>
                <a:schemeClr val="dk1"/>
              </a:solidFill>
              <a:effectLst/>
              <a:uFillTx/>
              <a:latin typeface="Algerian" panose="04020705040A02060702" pitchFamily="82" charset="0"/>
            </a:endParaRPr>
          </a:p>
        </p:txBody>
      </p:sp>
      <p:sp>
        <p:nvSpPr>
          <p:cNvPr id="2176" name="PlaceHolder 2"/>
          <p:cNvSpPr>
            <a:spLocks noGrp="1"/>
          </p:cNvSpPr>
          <p:nvPr>
            <p:ph type="subTitle"/>
          </p:nvPr>
        </p:nvSpPr>
        <p:spPr>
          <a:xfrm>
            <a:off x="723960" y="1890677"/>
            <a:ext cx="3933360" cy="2128723"/>
          </a:xfrm>
          <a:prstGeom prst="rect">
            <a:avLst/>
          </a:prstGeom>
          <a:noFill/>
          <a:ln w="0">
            <a:noFill/>
          </a:ln>
        </p:spPr>
        <p:txBody>
          <a:bodyPr lIns="91440" tIns="91440" rIns="91440" bIns="91440" anchor="t">
            <a:normAutofit fontScale="92500" lnSpcReduction="10000"/>
          </a:bodyPr>
          <a:lstStyle/>
          <a:p>
            <a:pPr indent="0">
              <a:lnSpc>
                <a:spcPct val="150000"/>
              </a:lnSpc>
              <a:buNone/>
              <a:tabLst>
                <a:tab pos="0" algn="l"/>
              </a:tabLst>
            </a:pPr>
            <a:r>
              <a:rPr lang="en-US" sz="1200" u="none" strike="noStrike" dirty="0">
                <a:solidFill>
                  <a:schemeClr val="dk1"/>
                </a:solidFill>
                <a:effectLst/>
                <a:uFillTx/>
                <a:latin typeface="Varela Round"/>
                <a:ea typeface="Varela Round"/>
              </a:rPr>
              <a:t>Our tech stack powers a smooth and user-friendly experience, using modern tools designed to make revision easy and accessible. Huge thanks to our fantastic team and members who make Revision Buddy what it is—your trusted study partner!</a:t>
            </a:r>
          </a:p>
          <a:p>
            <a:pPr indent="0">
              <a:lnSpc>
                <a:spcPct val="150000"/>
              </a:lnSpc>
              <a:buNone/>
              <a:tabLst>
                <a:tab pos="0" algn="l"/>
              </a:tabLst>
            </a:pPr>
            <a:r>
              <a:rPr lang="en-US" sz="1200" b="1" u="sng" strike="noStrike" dirty="0">
                <a:solidFill>
                  <a:schemeClr val="tx1">
                    <a:lumMod val="50000"/>
                  </a:schemeClr>
                </a:solidFill>
                <a:effectLst/>
                <a:uFillTx/>
                <a:latin typeface="Tempus Sans ITC" panose="04020404030D07020202" pitchFamily="82" charset="0"/>
              </a:rPr>
              <a:t>PROGRAMMING LANGUAGE : </a:t>
            </a:r>
            <a:r>
              <a:rPr lang="en-US" sz="1200" b="1" u="none" strike="noStrike" dirty="0">
                <a:solidFill>
                  <a:schemeClr val="tx1">
                    <a:lumMod val="75000"/>
                  </a:schemeClr>
                </a:solidFill>
                <a:effectLst/>
                <a:uFillTx/>
                <a:latin typeface="Calibri Light" panose="020F0302020204030204" pitchFamily="34" charset="0"/>
                <a:ea typeface="Calibri Light" panose="020F0302020204030204" pitchFamily="34" charset="0"/>
                <a:cs typeface="Calibri Light" panose="020F0302020204030204" pitchFamily="34" charset="0"/>
              </a:rPr>
              <a:t>HTML, CSS</a:t>
            </a:r>
          </a:p>
          <a:p>
            <a:pPr indent="0">
              <a:lnSpc>
                <a:spcPct val="150000"/>
              </a:lnSpc>
              <a:buNone/>
              <a:tabLst>
                <a:tab pos="0" algn="l"/>
              </a:tabLst>
            </a:pPr>
            <a:r>
              <a:rPr lang="en-US" sz="1200" b="1" u="sng" dirty="0">
                <a:solidFill>
                  <a:schemeClr val="bg1">
                    <a:lumMod val="25000"/>
                  </a:schemeClr>
                </a:solidFill>
                <a:latin typeface="Tempus Sans ITC" panose="04020404030D07020202" pitchFamily="82" charset="0"/>
              </a:rPr>
              <a:t>AI TOOLS: </a:t>
            </a:r>
            <a:r>
              <a:rPr lang="en-US" sz="1200" b="1" dirty="0">
                <a:solidFill>
                  <a:schemeClr val="tx1">
                    <a:lumMod val="75000"/>
                  </a:schemeClr>
                </a:solidFill>
                <a:latin typeface="Calibri Light" panose="020F0302020204030204" pitchFamily="34" charset="0"/>
                <a:ea typeface="Calibri Light" panose="020F0302020204030204" pitchFamily="34" charset="0"/>
                <a:cs typeface="Calibri Light" panose="020F0302020204030204" pitchFamily="34" charset="0"/>
              </a:rPr>
              <a:t>GEMINI , SLIDESGO</a:t>
            </a:r>
          </a:p>
          <a:p>
            <a:pPr indent="0">
              <a:lnSpc>
                <a:spcPct val="150000"/>
              </a:lnSpc>
              <a:buNone/>
              <a:tabLst>
                <a:tab pos="0" algn="l"/>
              </a:tabLst>
            </a:pPr>
            <a:r>
              <a:rPr lang="en-US" sz="1200" b="1" u="sng" strike="noStrike" dirty="0">
                <a:solidFill>
                  <a:schemeClr val="bg1">
                    <a:lumMod val="25000"/>
                  </a:schemeClr>
                </a:solidFill>
                <a:effectLst/>
                <a:uFillTx/>
                <a:latin typeface="Tempus Sans ITC" panose="04020404030D07020202" pitchFamily="82" charset="0"/>
                <a:ea typeface="Calibri Light" panose="020F0302020204030204" pitchFamily="34" charset="0"/>
                <a:cs typeface="Calibri Light" panose="020F0302020204030204" pitchFamily="34" charset="0"/>
              </a:rPr>
              <a:t>PRESENTATION TOOLS:  </a:t>
            </a:r>
            <a:r>
              <a:rPr lang="en-US" sz="1200" b="1" strike="noStrike" dirty="0">
                <a:solidFill>
                  <a:schemeClr val="tx1">
                    <a:lumMod val="75000"/>
                  </a:schemeClr>
                </a:solidFill>
                <a:effectLst/>
                <a:uFillTx/>
                <a:latin typeface="Calibri Light" panose="020F0302020204030204" pitchFamily="34" charset="0"/>
                <a:ea typeface="Calibri Light" panose="020F0302020204030204" pitchFamily="34" charset="0"/>
                <a:cs typeface="Calibri Light" panose="020F0302020204030204" pitchFamily="34" charset="0"/>
              </a:rPr>
              <a:t>MS POWERPOINT &amp; CANVA </a:t>
            </a:r>
          </a:p>
        </p:txBody>
      </p:sp>
      <p:sp>
        <p:nvSpPr>
          <p:cNvPr id="2177" name="Google Shape;2707;p50"/>
          <p:cNvSpPr/>
          <p:nvPr/>
        </p:nvSpPr>
        <p:spPr>
          <a:xfrm flipH="1">
            <a:off x="5096520" y="4262040"/>
            <a:ext cx="207000" cy="186480"/>
          </a:xfrm>
          <a:custGeom>
            <a:avLst/>
            <a:gdLst>
              <a:gd name="textAreaLeft" fmla="*/ -360 w 207000"/>
              <a:gd name="textAreaRight" fmla="*/ 20700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8" name="Google Shape;2708;p50"/>
          <p:cNvSpPr/>
          <p:nvPr/>
        </p:nvSpPr>
        <p:spPr>
          <a:xfrm flipH="1">
            <a:off x="4651920" y="3896280"/>
            <a:ext cx="207000" cy="186480"/>
          </a:xfrm>
          <a:custGeom>
            <a:avLst/>
            <a:gdLst>
              <a:gd name="textAreaLeft" fmla="*/ -360 w 207000"/>
              <a:gd name="textAreaRight" fmla="*/ 20700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0" name="Google Shape;2710;p50"/>
          <p:cNvSpPr/>
          <p:nvPr/>
        </p:nvSpPr>
        <p:spPr>
          <a:xfrm>
            <a:off x="8147160" y="69192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3" name="Picture 2">
            <a:extLst>
              <a:ext uri="{FF2B5EF4-FFF2-40B4-BE49-F238E27FC236}">
                <a16:creationId xmlns:a16="http://schemas.microsoft.com/office/drawing/2014/main" id="{6E3E3B5F-B52C-7473-73B0-FD94288D3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6520" y="1010652"/>
            <a:ext cx="3048425" cy="25530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 name="PlaceHolder 1"/>
          <p:cNvSpPr>
            <a:spLocks noGrp="1"/>
          </p:cNvSpPr>
          <p:nvPr>
            <p:ph type="title"/>
          </p:nvPr>
        </p:nvSpPr>
        <p:spPr>
          <a:xfrm>
            <a:off x="1028880" y="1028752"/>
            <a:ext cx="3893640" cy="16745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US" sz="3500" b="1" u="none" strike="noStrike" dirty="0">
                <a:solidFill>
                  <a:schemeClr val="dk1"/>
                </a:solidFill>
                <a:effectLst/>
                <a:uFillTx/>
                <a:latin typeface="Algerian" panose="04020705040A02060702" pitchFamily="82" charset="0"/>
                <a:ea typeface="Varela Round"/>
              </a:rPr>
              <a:t>How Revision Buddy solves these issues!</a:t>
            </a:r>
            <a:endParaRPr lang="fr-FR" sz="3500" b="0" u="none" strike="noStrike" dirty="0">
              <a:solidFill>
                <a:schemeClr val="dk1"/>
              </a:solidFill>
              <a:effectLst/>
              <a:uFillTx/>
              <a:latin typeface="Algerian" panose="04020705040A02060702" pitchFamily="82" charset="0"/>
            </a:endParaRPr>
          </a:p>
        </p:txBody>
      </p:sp>
      <p:sp>
        <p:nvSpPr>
          <p:cNvPr id="2079" name="PlaceHolder 2"/>
          <p:cNvSpPr>
            <a:spLocks noGrp="1"/>
          </p:cNvSpPr>
          <p:nvPr>
            <p:ph type="subTitle"/>
          </p:nvPr>
        </p:nvSpPr>
        <p:spPr>
          <a:xfrm>
            <a:off x="1028880" y="2823404"/>
            <a:ext cx="6834960" cy="1396465"/>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Varela Round"/>
                <a:ea typeface="Varela Round"/>
              </a:rPr>
              <a:t>Revision Buddy offers two simple, effective ways to revise: through questions or notes. This helps you focus on what matters most, saving time and reducing stress. Our tools make learning flexible and engaging, so you can revise </a:t>
            </a:r>
            <a:r>
              <a:rPr lang="en-US" sz="1200" b="0" i="1" u="none" strike="noStrike" dirty="0">
                <a:solidFill>
                  <a:schemeClr val="dk1"/>
                </a:solidFill>
                <a:effectLst/>
                <a:uFillTx/>
                <a:latin typeface="Varela Round"/>
                <a:ea typeface="Varela Round"/>
              </a:rPr>
              <a:t>smarter</a:t>
            </a:r>
            <a:r>
              <a:rPr lang="en-US" sz="1200" b="0" u="none" strike="noStrike" dirty="0">
                <a:solidFill>
                  <a:schemeClr val="dk1"/>
                </a:solidFill>
                <a:effectLst/>
                <a:uFillTx/>
                <a:latin typeface="Varela Round"/>
                <a:ea typeface="Varela Round"/>
              </a:rPr>
              <a:t> and feel confident going into exams.</a:t>
            </a:r>
            <a:endParaRPr lang="en-US" sz="1200" b="0" u="none" strike="noStrike" dirty="0">
              <a:solidFill>
                <a:srgbClr val="000000"/>
              </a:solidFill>
              <a:effectLst/>
              <a:uFillTx/>
              <a:latin typeface="OpenSymbol"/>
            </a:endParaRPr>
          </a:p>
        </p:txBody>
      </p:sp>
      <p:sp>
        <p:nvSpPr>
          <p:cNvPr id="2096" name="Google Shape;2243;p38"/>
          <p:cNvSpPr/>
          <p:nvPr/>
        </p:nvSpPr>
        <p:spPr>
          <a:xfrm>
            <a:off x="5604480" y="225180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8" name="Google Shape;2245;p38"/>
          <p:cNvSpPr/>
          <p:nvPr/>
        </p:nvSpPr>
        <p:spPr>
          <a:xfrm>
            <a:off x="8016120" y="4222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0" name="Google Shape;2247;p38"/>
          <p:cNvSpPr/>
          <p:nvPr/>
        </p:nvSpPr>
        <p:spPr>
          <a:xfrm>
            <a:off x="1507680" y="722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8" name="Picture 7">
            <a:extLst>
              <a:ext uri="{FF2B5EF4-FFF2-40B4-BE49-F238E27FC236}">
                <a16:creationId xmlns:a16="http://schemas.microsoft.com/office/drawing/2014/main" id="{8013B907-AD1F-C4F9-CD85-6BD083C76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1739" y="583620"/>
            <a:ext cx="3143092" cy="2380560"/>
          </a:xfrm>
          <a:prstGeom prst="rect">
            <a:avLst/>
          </a:prstGeom>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6" name="PlaceHolder 1"/>
          <p:cNvSpPr>
            <a:spLocks noGrp="1"/>
          </p:cNvSpPr>
          <p:nvPr>
            <p:ph type="title"/>
          </p:nvPr>
        </p:nvSpPr>
        <p:spPr>
          <a:xfrm>
            <a:off x="952680" y="1181100"/>
            <a:ext cx="4611720" cy="17373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500" b="1" u="none" strike="noStrike" dirty="0">
                <a:solidFill>
                  <a:schemeClr val="dk1"/>
                </a:solidFill>
                <a:effectLst/>
                <a:uFillTx/>
                <a:latin typeface="Algerian" panose="04020705040A02060702" pitchFamily="82" charset="0"/>
                <a:ea typeface="Varela Round"/>
              </a:rPr>
              <a:t>Revision Through Questions</a:t>
            </a:r>
            <a:endParaRPr lang="fr-FR" sz="3500" b="0" u="none" strike="noStrike" dirty="0">
              <a:solidFill>
                <a:schemeClr val="dk1"/>
              </a:solidFill>
              <a:effectLst/>
              <a:uFillTx/>
              <a:latin typeface="Algerian" panose="04020705040A02060702" pitchFamily="82" charset="0"/>
            </a:endParaRPr>
          </a:p>
        </p:txBody>
      </p:sp>
      <p:sp>
        <p:nvSpPr>
          <p:cNvPr id="2127" name="PlaceHolder 2"/>
          <p:cNvSpPr>
            <a:spLocks noGrp="1"/>
          </p:cNvSpPr>
          <p:nvPr>
            <p:ph type="subTitle"/>
          </p:nvPr>
        </p:nvSpPr>
        <p:spPr>
          <a:xfrm>
            <a:off x="1028880" y="2571750"/>
            <a:ext cx="4701360" cy="196977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Varela Round"/>
                <a:ea typeface="Varela Round"/>
              </a:rPr>
              <a:t>Choose </a:t>
            </a:r>
            <a:r>
              <a:rPr lang="en-US" sz="1200" b="0" i="1" u="none" strike="noStrike" dirty="0">
                <a:solidFill>
                  <a:schemeClr val="dk1"/>
                </a:solidFill>
                <a:effectLst/>
                <a:uFillTx/>
                <a:latin typeface="Varela Round"/>
                <a:ea typeface="Varela Round"/>
              </a:rPr>
              <a:t>Revision Through Questions</a:t>
            </a:r>
            <a:r>
              <a:rPr lang="en-US" sz="1200" b="0" u="none" strike="noStrike" dirty="0">
                <a:solidFill>
                  <a:schemeClr val="dk1"/>
                </a:solidFill>
                <a:effectLst/>
                <a:uFillTx/>
                <a:latin typeface="Varela Round"/>
                <a:ea typeface="Varela Round"/>
              </a:rPr>
              <a:t> to test your knowledge and deepen your understanding. We offer </a:t>
            </a:r>
            <a:r>
              <a:rPr lang="en-US" sz="1200" b="1" u="none" strike="noStrike" dirty="0">
                <a:solidFill>
                  <a:schemeClr val="dk1"/>
                </a:solidFill>
                <a:effectLst/>
                <a:uFillTx/>
                <a:latin typeface="Varela Round"/>
                <a:ea typeface="Varela Round"/>
              </a:rPr>
              <a:t>conceptual questions</a:t>
            </a:r>
            <a:r>
              <a:rPr lang="en-US" sz="1200" b="0" u="none" strike="noStrike" dirty="0">
                <a:solidFill>
                  <a:schemeClr val="dk1"/>
                </a:solidFill>
                <a:effectLst/>
                <a:uFillTx/>
                <a:latin typeface="Varela Round"/>
                <a:ea typeface="Varela Round"/>
              </a:rPr>
              <a:t> to clear your fundamentals, and </a:t>
            </a:r>
            <a:r>
              <a:rPr lang="en-US" sz="1200" b="1" u="none" strike="noStrike" dirty="0">
                <a:solidFill>
                  <a:schemeClr val="dk1"/>
                </a:solidFill>
                <a:effectLst/>
                <a:uFillTx/>
                <a:latin typeface="Varela Round"/>
                <a:ea typeface="Varela Round"/>
              </a:rPr>
              <a:t>important questions</a:t>
            </a:r>
            <a:r>
              <a:rPr lang="en-US" sz="1200" b="0" u="none" strike="noStrike" dirty="0">
                <a:solidFill>
                  <a:schemeClr val="dk1"/>
                </a:solidFill>
                <a:effectLst/>
                <a:uFillTx/>
                <a:latin typeface="Varela Round"/>
                <a:ea typeface="Varela Round"/>
              </a:rPr>
              <a:t> that frequently appear in exams, helping you focus on what really counts.</a:t>
            </a:r>
            <a:endParaRPr lang="en-US" sz="1200" b="0" u="none" strike="noStrike" dirty="0">
              <a:solidFill>
                <a:srgbClr val="000000"/>
              </a:solidFill>
              <a:effectLst/>
              <a:uFillTx/>
              <a:latin typeface="OpenSymbol"/>
            </a:endParaRPr>
          </a:p>
        </p:txBody>
      </p:sp>
      <p:sp>
        <p:nvSpPr>
          <p:cNvPr id="2146" name="Google Shape;2245;p38"/>
          <p:cNvSpPr/>
          <p:nvPr/>
        </p:nvSpPr>
        <p:spPr>
          <a:xfrm>
            <a:off x="8016120" y="4222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8" name="Google Shape;2247;p38"/>
          <p:cNvSpPr/>
          <p:nvPr/>
        </p:nvSpPr>
        <p:spPr>
          <a:xfrm>
            <a:off x="1507680" y="722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3" name="Picture 2">
            <a:extLst>
              <a:ext uri="{FF2B5EF4-FFF2-40B4-BE49-F238E27FC236}">
                <a16:creationId xmlns:a16="http://schemas.microsoft.com/office/drawing/2014/main" id="{6C6A1D37-9392-38A3-4E7E-F0F46FBA1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4060" y="766231"/>
            <a:ext cx="2409060" cy="2416208"/>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 name="PlaceHolder 1"/>
          <p:cNvSpPr>
            <a:spLocks noGrp="1"/>
          </p:cNvSpPr>
          <p:nvPr>
            <p:ph type="title"/>
          </p:nvPr>
        </p:nvSpPr>
        <p:spPr>
          <a:xfrm>
            <a:off x="909600" y="1139520"/>
            <a:ext cx="4393920" cy="1171080"/>
          </a:xfrm>
          <a:prstGeom prst="rect">
            <a:avLst/>
          </a:prstGeom>
          <a:noFill/>
          <a:ln w="0">
            <a:noFill/>
          </a:ln>
        </p:spPr>
        <p:txBody>
          <a:bodyPr lIns="91440" tIns="91440" rIns="91440" bIns="91440" anchor="t">
            <a:noAutofit/>
          </a:bodyPr>
          <a:lstStyle/>
          <a:p>
            <a:pPr indent="0">
              <a:lnSpc>
                <a:spcPct val="100000"/>
              </a:lnSpc>
              <a:buNone/>
              <a:tabLst>
                <a:tab pos="0" algn="l"/>
              </a:tabLst>
            </a:pPr>
            <a:r>
              <a:rPr lang="en-US" sz="4000" b="1" u="none" strike="noStrike" dirty="0">
                <a:solidFill>
                  <a:schemeClr val="dk1"/>
                </a:solidFill>
                <a:effectLst/>
                <a:uFillTx/>
                <a:latin typeface="Algerian" panose="04020705040A02060702" pitchFamily="82" charset="0"/>
                <a:ea typeface="Varela Round"/>
              </a:rPr>
              <a:t>Revision Through Notes</a:t>
            </a:r>
            <a:endParaRPr lang="fr-FR" sz="4000" b="0" u="none" strike="noStrike" dirty="0">
              <a:solidFill>
                <a:schemeClr val="dk1"/>
              </a:solidFill>
              <a:effectLst/>
              <a:uFillTx/>
              <a:latin typeface="Algerian" panose="04020705040A02060702" pitchFamily="82" charset="0"/>
            </a:endParaRPr>
          </a:p>
        </p:txBody>
      </p:sp>
      <p:sp>
        <p:nvSpPr>
          <p:cNvPr id="2151" name="PlaceHolder 2"/>
          <p:cNvSpPr>
            <a:spLocks noGrp="1"/>
          </p:cNvSpPr>
          <p:nvPr>
            <p:ph type="subTitle"/>
          </p:nvPr>
        </p:nvSpPr>
        <p:spPr>
          <a:xfrm>
            <a:off x="1028880" y="2727960"/>
            <a:ext cx="4488000" cy="1171080"/>
          </a:xfrm>
          <a:prstGeom prst="rect">
            <a:avLst/>
          </a:prstGeom>
          <a:noFill/>
          <a:ln w="0">
            <a:noFill/>
          </a:ln>
        </p:spPr>
        <p:txBody>
          <a:bodyPr lIns="91440" tIns="91440" rIns="91440" bIns="91440" anchor="t">
            <a:normAutofit fontScale="92500"/>
          </a:bodyPr>
          <a:lstStyle/>
          <a:p>
            <a:pPr indent="0">
              <a:lnSpc>
                <a:spcPct val="150000"/>
              </a:lnSpc>
              <a:buNone/>
              <a:tabLst>
                <a:tab pos="0" algn="l"/>
              </a:tabLst>
            </a:pPr>
            <a:r>
              <a:rPr lang="en-US" sz="1200" b="0" u="none" strike="noStrike" dirty="0">
                <a:solidFill>
                  <a:schemeClr val="dk1"/>
                </a:solidFill>
                <a:effectLst/>
                <a:uFillTx/>
                <a:latin typeface="Varela Round"/>
                <a:ea typeface="Varela Round"/>
              </a:rPr>
              <a:t>Prefer a quick review? Try </a:t>
            </a:r>
            <a:r>
              <a:rPr lang="en-US" sz="1200" b="0" i="1" u="none" strike="noStrike" dirty="0">
                <a:solidFill>
                  <a:schemeClr val="dk1"/>
                </a:solidFill>
                <a:effectLst/>
                <a:uFillTx/>
                <a:latin typeface="Varela Round"/>
                <a:ea typeface="Varela Round"/>
              </a:rPr>
              <a:t>Revision Through Notes</a:t>
            </a:r>
            <a:r>
              <a:rPr lang="en-US" sz="1200" b="0" u="none" strike="noStrike" dirty="0">
                <a:solidFill>
                  <a:schemeClr val="dk1"/>
                </a:solidFill>
                <a:effectLst/>
                <a:uFillTx/>
                <a:latin typeface="Varela Round"/>
                <a:ea typeface="Varela Round"/>
              </a:rPr>
              <a:t> for summarized content. We include </a:t>
            </a:r>
            <a:r>
              <a:rPr lang="en-US" sz="1200" b="1" u="none" strike="noStrike" dirty="0">
                <a:solidFill>
                  <a:schemeClr val="dk1"/>
                </a:solidFill>
                <a:effectLst/>
                <a:uFillTx/>
                <a:latin typeface="Varela Round"/>
                <a:ea typeface="Varela Round"/>
              </a:rPr>
              <a:t>full notes</a:t>
            </a:r>
            <a:r>
              <a:rPr lang="en-US" sz="1200" b="0" u="none" strike="noStrike" dirty="0">
                <a:solidFill>
                  <a:schemeClr val="dk1"/>
                </a:solidFill>
                <a:effectLst/>
                <a:uFillTx/>
                <a:latin typeface="Varela Round"/>
                <a:ea typeface="Varela Round"/>
              </a:rPr>
              <a:t> with detailed explanations and </a:t>
            </a:r>
            <a:r>
              <a:rPr lang="en-US" sz="1200" b="1" u="none" strike="noStrike" dirty="0">
                <a:solidFill>
                  <a:schemeClr val="dk1"/>
                </a:solidFill>
                <a:effectLst/>
                <a:uFillTx/>
                <a:latin typeface="Varela Round"/>
                <a:ea typeface="Varela Round"/>
              </a:rPr>
              <a:t>short notes</a:t>
            </a:r>
            <a:r>
              <a:rPr lang="en-US" sz="1200" b="0" u="none" strike="noStrike" dirty="0">
                <a:solidFill>
                  <a:schemeClr val="dk1"/>
                </a:solidFill>
                <a:effectLst/>
                <a:uFillTx/>
                <a:latin typeface="Varela Round"/>
                <a:ea typeface="Varela Round"/>
              </a:rPr>
              <a:t> for quick last-minute revision, perfect for efficient learning at any stage.</a:t>
            </a:r>
            <a:endParaRPr lang="en-US" sz="1200" b="0" u="none" strike="noStrike" dirty="0">
              <a:solidFill>
                <a:srgbClr val="000000"/>
              </a:solidFill>
              <a:effectLst/>
              <a:uFillTx/>
              <a:latin typeface="OpenSymbol"/>
            </a:endParaRPr>
          </a:p>
        </p:txBody>
      </p:sp>
      <p:sp>
        <p:nvSpPr>
          <p:cNvPr id="2170" name="Google Shape;2245;p38"/>
          <p:cNvSpPr/>
          <p:nvPr/>
        </p:nvSpPr>
        <p:spPr>
          <a:xfrm>
            <a:off x="8016120" y="4222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2" name="Google Shape;2247;p38"/>
          <p:cNvSpPr/>
          <p:nvPr/>
        </p:nvSpPr>
        <p:spPr>
          <a:xfrm>
            <a:off x="1507680" y="72216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3" name="Picture 2">
            <a:extLst>
              <a:ext uri="{FF2B5EF4-FFF2-40B4-BE49-F238E27FC236}">
                <a16:creationId xmlns:a16="http://schemas.microsoft.com/office/drawing/2014/main" id="{D623BF65-80C3-BA8F-C776-F3070CD37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2580" y="722160"/>
            <a:ext cx="2712540" cy="328596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
                                        </p:tgtEl>
                                      </p:cBhvr>
                                    </p:animEffect>
                                    <p:animScale>
                                      <p:cBhvr>
                                        <p:cTn id="7"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2" name="PlaceHolder 1"/>
          <p:cNvSpPr>
            <a:spLocks noGrp="1"/>
          </p:cNvSpPr>
          <p:nvPr>
            <p:ph type="title"/>
          </p:nvPr>
        </p:nvSpPr>
        <p:spPr>
          <a:xfrm>
            <a:off x="723960" y="997978"/>
            <a:ext cx="3933360" cy="1954381"/>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b="1" u="none" strike="noStrike" dirty="0">
                <a:solidFill>
                  <a:schemeClr val="dk1"/>
                </a:solidFill>
                <a:effectLst/>
                <a:uFillTx/>
                <a:latin typeface="Algerian" panose="04020705040A02060702" pitchFamily="82" charset="0"/>
                <a:ea typeface="Varela Round"/>
              </a:rPr>
              <a:t>Conclusions</a:t>
            </a:r>
            <a:endParaRPr lang="fr-FR" b="0" u="none" strike="noStrike" dirty="0">
              <a:solidFill>
                <a:schemeClr val="dk1"/>
              </a:solidFill>
              <a:effectLst/>
              <a:uFillTx/>
              <a:latin typeface="Algerian" panose="04020705040A02060702" pitchFamily="82" charset="0"/>
            </a:endParaRPr>
          </a:p>
        </p:txBody>
      </p:sp>
      <p:sp>
        <p:nvSpPr>
          <p:cNvPr id="2183" name="PlaceHolder 2"/>
          <p:cNvSpPr>
            <a:spLocks noGrp="1"/>
          </p:cNvSpPr>
          <p:nvPr>
            <p:ph type="subTitle"/>
          </p:nvPr>
        </p:nvSpPr>
        <p:spPr>
          <a:xfrm>
            <a:off x="723960" y="2065020"/>
            <a:ext cx="3766268" cy="1954380"/>
          </a:xfrm>
          <a:prstGeom prst="rect">
            <a:avLst/>
          </a:prstGeom>
          <a:noFill/>
          <a:ln w="0">
            <a:noFill/>
          </a:ln>
        </p:spPr>
        <p:txBody>
          <a:bodyPr lIns="91440" tIns="91440" rIns="91440" bIns="91440" anchor="t">
            <a:noAutofit/>
          </a:bodyPr>
          <a:lstStyle/>
          <a:p>
            <a:pPr indent="0">
              <a:lnSpc>
                <a:spcPct val="150000"/>
              </a:lnSpc>
              <a:buNone/>
              <a:tabLst>
                <a:tab pos="0" algn="l"/>
              </a:tabLst>
            </a:pPr>
            <a:r>
              <a:rPr lang="en-US" sz="1400" b="0" u="none" strike="noStrike" dirty="0">
                <a:solidFill>
                  <a:schemeClr val="dk1"/>
                </a:solidFill>
                <a:effectLst/>
                <a:uFillTx/>
                <a:latin typeface="Varela Round"/>
                <a:ea typeface="Varela Round"/>
              </a:rPr>
              <a:t>Revision Buddy is here to help you study smarter and faster with the tools that fit your style. Whether you prefer questions or notes, we’ve got your back. Thanks for being part of this journey—happy revising, and good luck with your exams!</a:t>
            </a:r>
            <a:endParaRPr lang="en-US" sz="14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4E68C924-C21F-F0B6-C86F-A2DCBBF379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2353" y="1070073"/>
            <a:ext cx="3933361" cy="2758698"/>
          </a:xfrm>
          <a:prstGeom prst="rect">
            <a:avLst/>
          </a:prstGeom>
        </p:spPr>
        <p:style>
          <a:lnRef idx="3">
            <a:schemeClr val="lt1"/>
          </a:lnRef>
          <a:fillRef idx="1">
            <a:schemeClr val="accent3"/>
          </a:fillRef>
          <a:effectRef idx="1">
            <a:schemeClr val="accent3"/>
          </a:effectRef>
          <a:fontRef idx="minor">
            <a:schemeClr val="lt1"/>
          </a:fontRef>
        </p:style>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3"/>
                                        </p:tgtEl>
                                        <p:attrNameLst>
                                          <p:attrName>r</p:attrName>
                                        </p:attrNameLst>
                                      </p:cBhvr>
                                    </p:animRot>
                                    <p:animRot by="-240000">
                                      <p:cBhvr>
                                        <p:cTn id="7" dur="200" fill="hold">
                                          <p:stCondLst>
                                            <p:cond delay="200"/>
                                          </p:stCondLst>
                                        </p:cTn>
                                        <p:tgtEl>
                                          <p:spTgt spid="3"/>
                                        </p:tgtEl>
                                        <p:attrNameLst>
                                          <p:attrName>r</p:attrName>
                                        </p:attrNameLst>
                                      </p:cBhvr>
                                    </p:animRot>
                                    <p:animRot by="240000">
                                      <p:cBhvr>
                                        <p:cTn id="8" dur="200" fill="hold">
                                          <p:stCondLst>
                                            <p:cond delay="400"/>
                                          </p:stCondLst>
                                        </p:cTn>
                                        <p:tgtEl>
                                          <p:spTgt spid="3"/>
                                        </p:tgtEl>
                                        <p:attrNameLst>
                                          <p:attrName>r</p:attrName>
                                        </p:attrNameLst>
                                      </p:cBhvr>
                                    </p:animRot>
                                    <p:animRot by="-240000">
                                      <p:cBhvr>
                                        <p:cTn id="9" dur="200" fill="hold">
                                          <p:stCondLst>
                                            <p:cond delay="600"/>
                                          </p:stCondLst>
                                        </p:cTn>
                                        <p:tgtEl>
                                          <p:spTgt spid="3"/>
                                        </p:tgtEl>
                                        <p:attrNameLst>
                                          <p:attrName>r</p:attrName>
                                        </p:attrNameLst>
                                      </p:cBhvr>
                                    </p:animRot>
                                    <p:animRot by="120000">
                                      <p:cBhvr>
                                        <p:cTn id="10"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8" name="PlaceHolder 1"/>
          <p:cNvSpPr>
            <a:spLocks noGrp="1"/>
          </p:cNvSpPr>
          <p:nvPr>
            <p:ph type="title"/>
          </p:nvPr>
        </p:nvSpPr>
        <p:spPr>
          <a:xfrm>
            <a:off x="972000" y="776160"/>
            <a:ext cx="3600000" cy="11710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500" b="1" u="sng" strike="noStrike" dirty="0">
                <a:solidFill>
                  <a:schemeClr val="dk1"/>
                </a:solidFill>
                <a:effectLst/>
                <a:uFillTx/>
                <a:latin typeface="Algerian" panose="04020705040A02060702" pitchFamily="82" charset="0"/>
                <a:ea typeface="Varela Round"/>
              </a:rPr>
              <a:t>Thanking you</a:t>
            </a:r>
            <a:endParaRPr lang="fr-FR" sz="3500" b="0" u="sng" strike="noStrike" dirty="0">
              <a:solidFill>
                <a:schemeClr val="dk1"/>
              </a:solidFill>
              <a:effectLst/>
              <a:uFillTx/>
              <a:latin typeface="Algerian" panose="04020705040A02060702" pitchFamily="82" charset="0"/>
            </a:endParaRPr>
          </a:p>
        </p:txBody>
      </p:sp>
      <p:sp>
        <p:nvSpPr>
          <p:cNvPr id="2189" name="PlaceHolder 2"/>
          <p:cNvSpPr>
            <a:spLocks noGrp="1"/>
          </p:cNvSpPr>
          <p:nvPr>
            <p:ph type="subTitle"/>
          </p:nvPr>
        </p:nvSpPr>
        <p:spPr>
          <a:xfrm>
            <a:off x="1028880" y="1676400"/>
            <a:ext cx="3600000" cy="2342640"/>
          </a:xfrm>
          <a:prstGeom prst="rect">
            <a:avLst/>
          </a:prstGeom>
          <a:noFill/>
          <a:ln w="0">
            <a:noFill/>
          </a:ln>
        </p:spPr>
        <p:txBody>
          <a:bodyPr lIns="91440" tIns="91440" rIns="91440" bIns="91440" anchor="t">
            <a:normAutofit fontScale="85000" lnSpcReduction="10000"/>
          </a:bodyPr>
          <a:lstStyle/>
          <a:p>
            <a:pPr indent="0">
              <a:lnSpc>
                <a:spcPct val="150000"/>
              </a:lnSpc>
              <a:buNone/>
              <a:tabLst>
                <a:tab pos="0" algn="l"/>
              </a:tabLst>
            </a:pPr>
            <a:r>
              <a:rPr lang="en-US" sz="1200" b="0" u="none" strike="noStrike" dirty="0">
                <a:solidFill>
                  <a:schemeClr val="dk1"/>
                </a:solidFill>
                <a:effectLst/>
                <a:uFillTx/>
                <a:latin typeface="Varela Round"/>
                <a:ea typeface="Varela Round"/>
              </a:rPr>
              <a:t>Thank you all for joining today! Your energy and participation have made this session fun and engaging. I truly appreciate your time and hope the tips shared help you revise smarter and feel more confident. Keep up the great work!</a:t>
            </a:r>
          </a:p>
          <a:p>
            <a:pPr indent="0">
              <a:lnSpc>
                <a:spcPct val="150000"/>
              </a:lnSpc>
              <a:buNone/>
              <a:tabLst>
                <a:tab pos="0" algn="l"/>
              </a:tabLst>
            </a:pPr>
            <a:endParaRPr lang="en-US" sz="1200" dirty="0">
              <a:solidFill>
                <a:schemeClr val="dk1"/>
              </a:solidFill>
              <a:latin typeface="Varela Round"/>
              <a:ea typeface="Varela Round"/>
            </a:endParaRPr>
          </a:p>
          <a:p>
            <a:pPr indent="0">
              <a:lnSpc>
                <a:spcPct val="150000"/>
              </a:lnSpc>
              <a:buNone/>
              <a:tabLst>
                <a:tab pos="0" algn="l"/>
              </a:tabLst>
            </a:pPr>
            <a:r>
              <a:rPr lang="en-US" sz="1200" b="0" u="none" strike="noStrike" dirty="0">
                <a:solidFill>
                  <a:schemeClr val="dk1"/>
                </a:solidFill>
                <a:effectLst/>
                <a:uFillTx/>
                <a:latin typeface="Varela Round"/>
                <a:ea typeface="Varela Round"/>
              </a:rPr>
              <a:t>Members:</a:t>
            </a:r>
          </a:p>
          <a:p>
            <a:pPr indent="0">
              <a:lnSpc>
                <a:spcPct val="150000"/>
              </a:lnSpc>
              <a:buNone/>
              <a:tabLst>
                <a:tab pos="0" algn="l"/>
              </a:tabLst>
            </a:pPr>
            <a:r>
              <a:rPr lang="en-US" sz="1200" b="0" u="none" strike="noStrike" dirty="0">
                <a:solidFill>
                  <a:schemeClr val="dk1"/>
                </a:solidFill>
                <a:effectLst/>
                <a:uFillTx/>
                <a:latin typeface="Varela Round"/>
                <a:ea typeface="Varela Round"/>
              </a:rPr>
              <a:t>ROHIT KR. YADAV (CSE)</a:t>
            </a:r>
          </a:p>
          <a:p>
            <a:pPr indent="0">
              <a:lnSpc>
                <a:spcPct val="150000"/>
              </a:lnSpc>
              <a:buNone/>
              <a:tabLst>
                <a:tab pos="0" algn="l"/>
              </a:tabLst>
            </a:pPr>
            <a:r>
              <a:rPr lang="en-US" sz="1200" dirty="0">
                <a:solidFill>
                  <a:schemeClr val="dk1"/>
                </a:solidFill>
                <a:latin typeface="Varela Round"/>
                <a:ea typeface="Varela Round"/>
              </a:rPr>
              <a:t>BOBBY RAJBHAR (AIML)</a:t>
            </a:r>
          </a:p>
          <a:p>
            <a:pPr indent="0">
              <a:lnSpc>
                <a:spcPct val="150000"/>
              </a:lnSpc>
              <a:buNone/>
              <a:tabLst>
                <a:tab pos="0" algn="l"/>
              </a:tabLst>
            </a:pPr>
            <a:r>
              <a:rPr lang="en-US" sz="1200" b="0" u="none" strike="noStrike" dirty="0">
                <a:solidFill>
                  <a:schemeClr val="dk1"/>
                </a:solidFill>
                <a:effectLst/>
                <a:uFillTx/>
                <a:latin typeface="Varela Round"/>
                <a:ea typeface="Varela Round"/>
              </a:rPr>
              <a:t>SURYANSH RAI (CSE)</a:t>
            </a:r>
          </a:p>
          <a:p>
            <a:pPr indent="0">
              <a:lnSpc>
                <a:spcPct val="150000"/>
              </a:lnSpc>
              <a:buNone/>
              <a:tabLst>
                <a:tab pos="0" algn="l"/>
              </a:tabLst>
            </a:pPr>
            <a:endParaRPr lang="en-US" sz="1200" dirty="0">
              <a:solidFill>
                <a:schemeClr val="dk1"/>
              </a:solidFill>
              <a:latin typeface="Varela Round"/>
            </a:endParaRPr>
          </a:p>
          <a:p>
            <a:pPr indent="0">
              <a:lnSpc>
                <a:spcPct val="150000"/>
              </a:lnSpc>
              <a:buNone/>
              <a:tabLst>
                <a:tab pos="0" algn="l"/>
              </a:tabLst>
            </a:pPr>
            <a:endParaRPr lang="en-US" sz="1200" b="0" u="none" strike="noStrike" dirty="0">
              <a:solidFill>
                <a:schemeClr val="dk1"/>
              </a:solidFill>
              <a:effectLst/>
              <a:uFillTx/>
              <a:latin typeface="Varela Round"/>
            </a:endParaRPr>
          </a:p>
        </p:txBody>
      </p:sp>
      <p:sp>
        <p:nvSpPr>
          <p:cNvPr id="2208" name="Google Shape;2245;p38"/>
          <p:cNvSpPr/>
          <p:nvPr/>
        </p:nvSpPr>
        <p:spPr>
          <a:xfrm>
            <a:off x="8016120" y="422244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1" name="Google Shape;2248;p38"/>
          <p:cNvSpPr/>
          <p:nvPr/>
        </p:nvSpPr>
        <p:spPr>
          <a:xfrm>
            <a:off x="8148600" y="589680"/>
            <a:ext cx="207000" cy="186480"/>
          </a:xfrm>
          <a:custGeom>
            <a:avLst/>
            <a:gdLst>
              <a:gd name="textAreaLeft" fmla="*/ 0 w 207000"/>
              <a:gd name="textAreaRight" fmla="*/ 207360 w 207000"/>
              <a:gd name="textAreaTop" fmla="*/ 0 h 186480"/>
              <a:gd name="textAreaBottom" fmla="*/ 186840 h 186480"/>
            </a:gdLst>
            <a:ahLst/>
            <a:cxnLst/>
            <a:rect l="textAreaLeft" t="textAreaTop" r="textAreaRight" b="textAreaBottom"/>
            <a:pathLst>
              <a:path w="3889" h="3502">
                <a:moveTo>
                  <a:pt x="1944" y="1"/>
                </a:moveTo>
                <a:cubicBezTo>
                  <a:pt x="1791" y="1"/>
                  <a:pt x="1637" y="81"/>
                  <a:pt x="1558" y="241"/>
                </a:cubicBezTo>
                <a:lnTo>
                  <a:pt x="1330" y="702"/>
                </a:lnTo>
                <a:cubicBezTo>
                  <a:pt x="1268" y="830"/>
                  <a:pt x="1145" y="918"/>
                  <a:pt x="1005" y="938"/>
                </a:cubicBezTo>
                <a:lnTo>
                  <a:pt x="497" y="1012"/>
                </a:lnTo>
                <a:cubicBezTo>
                  <a:pt x="142" y="1063"/>
                  <a:pt x="0" y="1498"/>
                  <a:pt x="257" y="1748"/>
                </a:cubicBezTo>
                <a:lnTo>
                  <a:pt x="624" y="2107"/>
                </a:lnTo>
                <a:cubicBezTo>
                  <a:pt x="727" y="2206"/>
                  <a:pt x="773" y="2348"/>
                  <a:pt x="748" y="2488"/>
                </a:cubicBezTo>
                <a:lnTo>
                  <a:pt x="661" y="2995"/>
                </a:lnTo>
                <a:cubicBezTo>
                  <a:pt x="614" y="3274"/>
                  <a:pt x="836" y="3501"/>
                  <a:pt x="1088" y="3501"/>
                </a:cubicBezTo>
                <a:cubicBezTo>
                  <a:pt x="1154" y="3501"/>
                  <a:pt x="1223" y="3485"/>
                  <a:pt x="1289" y="3450"/>
                </a:cubicBezTo>
                <a:lnTo>
                  <a:pt x="1744" y="3211"/>
                </a:lnTo>
                <a:cubicBezTo>
                  <a:pt x="1806" y="3178"/>
                  <a:pt x="1875" y="3162"/>
                  <a:pt x="1944" y="3162"/>
                </a:cubicBezTo>
                <a:cubicBezTo>
                  <a:pt x="2013" y="3162"/>
                  <a:pt x="2082" y="3178"/>
                  <a:pt x="2145" y="3211"/>
                </a:cubicBezTo>
                <a:lnTo>
                  <a:pt x="2600" y="3450"/>
                </a:lnTo>
                <a:cubicBezTo>
                  <a:pt x="2666" y="3485"/>
                  <a:pt x="2735" y="3501"/>
                  <a:pt x="2801" y="3501"/>
                </a:cubicBezTo>
                <a:cubicBezTo>
                  <a:pt x="3053" y="3501"/>
                  <a:pt x="3273" y="3274"/>
                  <a:pt x="3226" y="2995"/>
                </a:cubicBezTo>
                <a:lnTo>
                  <a:pt x="3139" y="2488"/>
                </a:lnTo>
                <a:cubicBezTo>
                  <a:pt x="3116" y="2348"/>
                  <a:pt x="3162" y="2206"/>
                  <a:pt x="3263" y="2107"/>
                </a:cubicBezTo>
                <a:lnTo>
                  <a:pt x="3631" y="1748"/>
                </a:lnTo>
                <a:cubicBezTo>
                  <a:pt x="3888" y="1498"/>
                  <a:pt x="3747" y="1063"/>
                  <a:pt x="3392" y="1012"/>
                </a:cubicBezTo>
                <a:lnTo>
                  <a:pt x="2884" y="938"/>
                </a:lnTo>
                <a:cubicBezTo>
                  <a:pt x="2744" y="918"/>
                  <a:pt x="2621" y="830"/>
                  <a:pt x="2559" y="702"/>
                </a:cubicBezTo>
                <a:lnTo>
                  <a:pt x="2331" y="241"/>
                </a:lnTo>
                <a:cubicBezTo>
                  <a:pt x="2252" y="81"/>
                  <a:pt x="2098" y="1"/>
                  <a:pt x="1944"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Study Guide to Middle School Students by Slidesgo">
  <a:themeElements>
    <a:clrScheme name="Simple Light">
      <a:dk1>
        <a:srgbClr val="646B96"/>
      </a:dk1>
      <a:lt1>
        <a:srgbClr val="FAFAFA"/>
      </a:lt1>
      <a:dk2>
        <a:srgbClr val="D5D9EE"/>
      </a:dk2>
      <a:lt2>
        <a:srgbClr val="FBDC77"/>
      </a:lt2>
      <a:accent1>
        <a:srgbClr val="F172AC"/>
      </a:accent1>
      <a:accent2>
        <a:srgbClr val="FBBEE6"/>
      </a:accent2>
      <a:accent3>
        <a:srgbClr val="DADADA"/>
      </a:accent3>
      <a:accent4>
        <a:srgbClr val="F3F3F3"/>
      </a:accent4>
      <a:accent5>
        <a:srgbClr val="FFFFFF"/>
      </a:accent5>
      <a:accent6>
        <a:srgbClr val="FFFFFF"/>
      </a:accent6>
      <a:hlink>
        <a:srgbClr val="434D7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tudy Guide to Middle School Students by Slidesgo">
  <a:themeElements>
    <a:clrScheme name="Simple Light">
      <a:dk1>
        <a:srgbClr val="646B96"/>
      </a:dk1>
      <a:lt1>
        <a:srgbClr val="FAFAFA"/>
      </a:lt1>
      <a:dk2>
        <a:srgbClr val="D5D9EE"/>
      </a:dk2>
      <a:lt2>
        <a:srgbClr val="FBDC77"/>
      </a:lt2>
      <a:accent1>
        <a:srgbClr val="F172AC"/>
      </a:accent1>
      <a:accent2>
        <a:srgbClr val="FBBEE6"/>
      </a:accent2>
      <a:accent3>
        <a:srgbClr val="DADADA"/>
      </a:accent3>
      <a:accent4>
        <a:srgbClr val="F3F3F3"/>
      </a:accent4>
      <a:accent5>
        <a:srgbClr val="FFFFFF"/>
      </a:accent5>
      <a:accent6>
        <a:srgbClr val="FFFFFF"/>
      </a:accent6>
      <a:hlink>
        <a:srgbClr val="434D7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164</TotalTime>
  <Words>374</Words>
  <Application>Microsoft Office PowerPoint</Application>
  <PresentationFormat>On-screen Show (16:9)</PresentationFormat>
  <Paragraphs>25</Paragraphs>
  <Slides>8</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8</vt:i4>
      </vt:variant>
    </vt:vector>
  </HeadingPairs>
  <TitlesOfParts>
    <vt:vector size="20" baseType="lpstr">
      <vt:lpstr>Algerian</vt:lpstr>
      <vt:lpstr>Arial</vt:lpstr>
      <vt:lpstr>Calibri Light</vt:lpstr>
      <vt:lpstr>OpenSymbol</vt:lpstr>
      <vt:lpstr>Symbol</vt:lpstr>
      <vt:lpstr>Tempus Sans ITC</vt:lpstr>
      <vt:lpstr>Tw Cen MT</vt:lpstr>
      <vt:lpstr>Varela Round</vt:lpstr>
      <vt:lpstr>Wingdings</vt:lpstr>
      <vt:lpstr>Study Guide to Middle School Students by Slidesgo</vt:lpstr>
      <vt:lpstr>Study Guide to Middle School Students by Slidesgo</vt:lpstr>
      <vt:lpstr>Slidesgo Final Pages</vt:lpstr>
      <vt:lpstr>Revision Buddy</vt:lpstr>
      <vt:lpstr>Welcome and overview</vt:lpstr>
      <vt:lpstr>TECHNOLOGY STACK </vt:lpstr>
      <vt:lpstr>How Revision Buddy solves these issues!</vt:lpstr>
      <vt:lpstr>Revision Through Questions</vt:lpstr>
      <vt:lpstr>Revision Through Notes</vt:lpstr>
      <vt:lpstr>Conclusions</vt:lpstr>
      <vt:lpstr>Thanking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suryansh7606@gmail.com</cp:lastModifiedBy>
  <cp:revision>2</cp:revision>
  <dcterms:modified xsi:type="dcterms:W3CDTF">2025-11-06T09:25:46Z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2025-11-06T06:38:36Z</dcterms:created>
  <dc:creator>Unknown Creator</dc:creator>
  <dc:description/>
  <dc:language>en-US</dc:language>
  <cp:lastModifiedBy>Unknown Creator</cp:lastModifiedBy>
  <dcterms:modified xsi:type="dcterms:W3CDTF">2025-11-06T06:38:36Z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11</vt:r8>
  </property>
</Properties>
</file>